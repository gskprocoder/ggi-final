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1" r:id="rId2"/>
  </p:sldMasterIdLst>
  <p:notesMasterIdLst>
    <p:notesMasterId r:id="rId19"/>
  </p:notesMasterIdLst>
  <p:sldIdLst>
    <p:sldId id="256" r:id="rId3"/>
    <p:sldId id="257" r:id="rId4"/>
    <p:sldId id="259" r:id="rId5"/>
    <p:sldId id="260" r:id="rId6"/>
    <p:sldId id="261" r:id="rId7"/>
    <p:sldId id="262" r:id="rId8"/>
    <p:sldId id="273" r:id="rId9"/>
    <p:sldId id="269" r:id="rId10"/>
    <p:sldId id="264" r:id="rId11"/>
    <p:sldId id="265" r:id="rId12"/>
    <p:sldId id="270" r:id="rId13"/>
    <p:sldId id="271" r:id="rId14"/>
    <p:sldId id="272" r:id="rId15"/>
    <p:sldId id="266" r:id="rId16"/>
    <p:sldId id="267" r:id="rId17"/>
    <p:sldId id="268" r:id="rId18"/>
  </p:sldIdLst>
  <p:sldSz cx="9144000" cy="6858000" type="screen4x3"/>
  <p:notesSz cx="7559675" cy="106918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 roundtripDataSignature="AMtx7mgVbcZRhgmpnHemMLXZ0SudFibY3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p:scale>
          <a:sx n="75" d="100"/>
          <a:sy n="75" d="100"/>
        </p:scale>
        <p:origin x="1694" y="12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276600" cy="5349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281488" y="0"/>
            <a:ext cx="3276600" cy="5349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06488" y="801688"/>
            <a:ext cx="5346700" cy="40100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55650" y="5078413"/>
            <a:ext cx="6048375" cy="4811712"/>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155238"/>
            <a:ext cx="3276600" cy="5349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281488" y="10155238"/>
            <a:ext cx="3276600" cy="5349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1: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1:notes"/>
          <p:cNvSpPr>
            <a:spLocks noGrp="1" noRot="1" noChangeAspect="1"/>
          </p:cNvSpPr>
          <p:nvPr>
            <p:ph type="sldImg" idx="2"/>
          </p:nvPr>
        </p:nvSpPr>
        <p:spPr>
          <a:xfrm>
            <a:off x="1106488" y="801688"/>
            <a:ext cx="534670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2: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2:notes"/>
          <p:cNvSpPr>
            <a:spLocks noGrp="1" noRot="1" noChangeAspect="1"/>
          </p:cNvSpPr>
          <p:nvPr>
            <p:ph type="sldImg" idx="2"/>
          </p:nvPr>
        </p:nvSpPr>
        <p:spPr>
          <a:xfrm>
            <a:off x="1106488" y="801688"/>
            <a:ext cx="534670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4:notes"/>
          <p:cNvSpPr>
            <a:spLocks noGrp="1" noRot="1" noChangeAspect="1"/>
          </p:cNvSpPr>
          <p:nvPr>
            <p:ph type="sldImg" idx="2"/>
          </p:nvPr>
        </p:nvSpPr>
        <p:spPr>
          <a:xfrm>
            <a:off x="1106488" y="801688"/>
            <a:ext cx="534670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5: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5:notes"/>
          <p:cNvSpPr>
            <a:spLocks noGrp="1" noRot="1" noChangeAspect="1"/>
          </p:cNvSpPr>
          <p:nvPr>
            <p:ph type="sldImg" idx="2"/>
          </p:nvPr>
        </p:nvSpPr>
        <p:spPr>
          <a:xfrm>
            <a:off x="1106488" y="801688"/>
            <a:ext cx="534670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6:notes"/>
          <p:cNvSpPr>
            <a:spLocks noGrp="1" noRot="1" noChangeAspect="1"/>
          </p:cNvSpPr>
          <p:nvPr>
            <p:ph type="sldImg" idx="2"/>
          </p:nvPr>
        </p:nvSpPr>
        <p:spPr>
          <a:xfrm>
            <a:off x="1106488" y="801688"/>
            <a:ext cx="534670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7: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7:notes"/>
          <p:cNvSpPr>
            <a:spLocks noGrp="1" noRot="1" noChangeAspect="1"/>
          </p:cNvSpPr>
          <p:nvPr>
            <p:ph type="sldImg" idx="2"/>
          </p:nvPr>
        </p:nvSpPr>
        <p:spPr>
          <a:xfrm>
            <a:off x="1106488" y="801688"/>
            <a:ext cx="534670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a:extLst>
            <a:ext uri="{FF2B5EF4-FFF2-40B4-BE49-F238E27FC236}">
              <a16:creationId xmlns:a16="http://schemas.microsoft.com/office/drawing/2014/main" id="{F24363DA-C7E0-0CC6-83D7-5CD0B0700309}"/>
            </a:ext>
          </a:extLst>
        </p:cNvPr>
        <p:cNvGrpSpPr/>
        <p:nvPr/>
      </p:nvGrpSpPr>
      <p:grpSpPr>
        <a:xfrm>
          <a:off x="0" y="0"/>
          <a:ext cx="0" cy="0"/>
          <a:chOff x="0" y="0"/>
          <a:chExt cx="0" cy="0"/>
        </a:xfrm>
      </p:grpSpPr>
      <p:sp>
        <p:nvSpPr>
          <p:cNvPr id="170" name="Google Shape;170;p8:notes">
            <a:extLst>
              <a:ext uri="{FF2B5EF4-FFF2-40B4-BE49-F238E27FC236}">
                <a16:creationId xmlns:a16="http://schemas.microsoft.com/office/drawing/2014/main" id="{9F9C574F-FC06-E2FB-6271-46FC016EC246}"/>
              </a:ext>
            </a:extLst>
          </p:cNvPr>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8:notes">
            <a:extLst>
              <a:ext uri="{FF2B5EF4-FFF2-40B4-BE49-F238E27FC236}">
                <a16:creationId xmlns:a16="http://schemas.microsoft.com/office/drawing/2014/main" id="{06C57519-88F7-4E0D-A63E-923904FE3A1B}"/>
              </a:ext>
            </a:extLst>
          </p:cNvPr>
          <p:cNvSpPr>
            <a:spLocks noGrp="1" noRot="1" noChangeAspect="1"/>
          </p:cNvSpPr>
          <p:nvPr>
            <p:ph type="sldImg" idx="2"/>
          </p:nvPr>
        </p:nvSpPr>
        <p:spPr>
          <a:xfrm>
            <a:off x="1106488" y="801688"/>
            <a:ext cx="534670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22394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a:extLst>
            <a:ext uri="{FF2B5EF4-FFF2-40B4-BE49-F238E27FC236}">
              <a16:creationId xmlns:a16="http://schemas.microsoft.com/office/drawing/2014/main" id="{3583FE36-48FB-CE8B-CA9A-20173B0E784A}"/>
            </a:ext>
          </a:extLst>
        </p:cNvPr>
        <p:cNvGrpSpPr/>
        <p:nvPr/>
      </p:nvGrpSpPr>
      <p:grpSpPr>
        <a:xfrm>
          <a:off x="0" y="0"/>
          <a:ext cx="0" cy="0"/>
          <a:chOff x="0" y="0"/>
          <a:chExt cx="0" cy="0"/>
        </a:xfrm>
      </p:grpSpPr>
      <p:sp>
        <p:nvSpPr>
          <p:cNvPr id="176" name="Google Shape;176;p9:notes">
            <a:extLst>
              <a:ext uri="{FF2B5EF4-FFF2-40B4-BE49-F238E27FC236}">
                <a16:creationId xmlns:a16="http://schemas.microsoft.com/office/drawing/2014/main" id="{A2C021FA-2B4E-3739-84A9-A48B2B321B78}"/>
              </a:ext>
            </a:extLst>
          </p:cNvPr>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9:notes">
            <a:extLst>
              <a:ext uri="{FF2B5EF4-FFF2-40B4-BE49-F238E27FC236}">
                <a16:creationId xmlns:a16="http://schemas.microsoft.com/office/drawing/2014/main" id="{9EC97D0E-5D3B-AC03-8ABE-C48237784875}"/>
              </a:ext>
            </a:extLst>
          </p:cNvPr>
          <p:cNvSpPr>
            <a:spLocks noGrp="1" noRot="1" noChangeAspect="1"/>
          </p:cNvSpPr>
          <p:nvPr>
            <p:ph type="sldImg" idx="2"/>
          </p:nvPr>
        </p:nvSpPr>
        <p:spPr>
          <a:xfrm>
            <a:off x="1106488" y="801688"/>
            <a:ext cx="534670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35740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9: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9:notes"/>
          <p:cNvSpPr>
            <a:spLocks noGrp="1" noRot="1" noChangeAspect="1"/>
          </p:cNvSpPr>
          <p:nvPr>
            <p:ph type="sldImg" idx="2"/>
          </p:nvPr>
        </p:nvSpPr>
        <p:spPr>
          <a:xfrm>
            <a:off x="1106488" y="801688"/>
            <a:ext cx="534670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0: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10:notes"/>
          <p:cNvSpPr>
            <a:spLocks noGrp="1" noRot="1" noChangeAspect="1"/>
          </p:cNvSpPr>
          <p:nvPr>
            <p:ph type="sldImg" idx="2"/>
          </p:nvPr>
        </p:nvSpPr>
        <p:spPr>
          <a:xfrm>
            <a:off x="1106488" y="801688"/>
            <a:ext cx="534670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6F7E4CD0-CCA8-CF6E-5C8D-61E0009B744B}"/>
            </a:ext>
          </a:extLst>
        </p:cNvPr>
        <p:cNvGrpSpPr/>
        <p:nvPr/>
      </p:nvGrpSpPr>
      <p:grpSpPr>
        <a:xfrm>
          <a:off x="0" y="0"/>
          <a:ext cx="0" cy="0"/>
          <a:chOff x="0" y="0"/>
          <a:chExt cx="0" cy="0"/>
        </a:xfrm>
      </p:grpSpPr>
      <p:sp>
        <p:nvSpPr>
          <p:cNvPr id="182" name="Google Shape;182;p10:notes">
            <a:extLst>
              <a:ext uri="{FF2B5EF4-FFF2-40B4-BE49-F238E27FC236}">
                <a16:creationId xmlns:a16="http://schemas.microsoft.com/office/drawing/2014/main" id="{C88D2A6D-5527-7AF1-B300-8A921EB0E3FB}"/>
              </a:ext>
            </a:extLst>
          </p:cNvPr>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10:notes">
            <a:extLst>
              <a:ext uri="{FF2B5EF4-FFF2-40B4-BE49-F238E27FC236}">
                <a16:creationId xmlns:a16="http://schemas.microsoft.com/office/drawing/2014/main" id="{18094FC7-5DF5-3CDB-F3B0-819E6C8C460F}"/>
              </a:ext>
            </a:extLst>
          </p:cNvPr>
          <p:cNvSpPr>
            <a:spLocks noGrp="1" noRot="1" noChangeAspect="1"/>
          </p:cNvSpPr>
          <p:nvPr>
            <p:ph type="sldImg" idx="2"/>
          </p:nvPr>
        </p:nvSpPr>
        <p:spPr>
          <a:xfrm>
            <a:off x="1106488" y="801688"/>
            <a:ext cx="534670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151005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82BA7BFD-8C29-ECF7-3609-C17392EE41BC}"/>
            </a:ext>
          </a:extLst>
        </p:cNvPr>
        <p:cNvGrpSpPr/>
        <p:nvPr/>
      </p:nvGrpSpPr>
      <p:grpSpPr>
        <a:xfrm>
          <a:off x="0" y="0"/>
          <a:ext cx="0" cy="0"/>
          <a:chOff x="0" y="0"/>
          <a:chExt cx="0" cy="0"/>
        </a:xfrm>
      </p:grpSpPr>
      <p:sp>
        <p:nvSpPr>
          <p:cNvPr id="182" name="Google Shape;182;p10:notes">
            <a:extLst>
              <a:ext uri="{FF2B5EF4-FFF2-40B4-BE49-F238E27FC236}">
                <a16:creationId xmlns:a16="http://schemas.microsoft.com/office/drawing/2014/main" id="{99DA6E91-921C-1E31-FB62-9922578FD0DC}"/>
              </a:ext>
            </a:extLst>
          </p:cNvPr>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10:notes">
            <a:extLst>
              <a:ext uri="{FF2B5EF4-FFF2-40B4-BE49-F238E27FC236}">
                <a16:creationId xmlns:a16="http://schemas.microsoft.com/office/drawing/2014/main" id="{539E9A6D-B95F-7D30-2456-68DA75292E0D}"/>
              </a:ext>
            </a:extLst>
          </p:cNvPr>
          <p:cNvSpPr>
            <a:spLocks noGrp="1" noRot="1" noChangeAspect="1"/>
          </p:cNvSpPr>
          <p:nvPr>
            <p:ph type="sldImg" idx="2"/>
          </p:nvPr>
        </p:nvSpPr>
        <p:spPr>
          <a:xfrm>
            <a:off x="1106488" y="801688"/>
            <a:ext cx="534670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26247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D6C70270-029D-84D6-170D-683AA2F9FD3C}"/>
            </a:ext>
          </a:extLst>
        </p:cNvPr>
        <p:cNvGrpSpPr/>
        <p:nvPr/>
      </p:nvGrpSpPr>
      <p:grpSpPr>
        <a:xfrm>
          <a:off x="0" y="0"/>
          <a:ext cx="0" cy="0"/>
          <a:chOff x="0" y="0"/>
          <a:chExt cx="0" cy="0"/>
        </a:xfrm>
      </p:grpSpPr>
      <p:sp>
        <p:nvSpPr>
          <p:cNvPr id="182" name="Google Shape;182;p10:notes">
            <a:extLst>
              <a:ext uri="{FF2B5EF4-FFF2-40B4-BE49-F238E27FC236}">
                <a16:creationId xmlns:a16="http://schemas.microsoft.com/office/drawing/2014/main" id="{D3989526-4CF0-78FC-D0F0-B65C34627D44}"/>
              </a:ext>
            </a:extLst>
          </p:cNvPr>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10:notes">
            <a:extLst>
              <a:ext uri="{FF2B5EF4-FFF2-40B4-BE49-F238E27FC236}">
                <a16:creationId xmlns:a16="http://schemas.microsoft.com/office/drawing/2014/main" id="{E6E690B0-35E9-725B-CCB8-D35E47C1493E}"/>
              </a:ext>
            </a:extLst>
          </p:cNvPr>
          <p:cNvSpPr>
            <a:spLocks noGrp="1" noRot="1" noChangeAspect="1"/>
          </p:cNvSpPr>
          <p:nvPr>
            <p:ph type="sldImg" idx="2"/>
          </p:nvPr>
        </p:nvSpPr>
        <p:spPr>
          <a:xfrm>
            <a:off x="1106488" y="801688"/>
            <a:ext cx="534670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44236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1: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11:notes"/>
          <p:cNvSpPr>
            <a:spLocks noGrp="1" noRot="1" noChangeAspect="1"/>
          </p:cNvSpPr>
          <p:nvPr>
            <p:ph type="sldImg" idx="2"/>
          </p:nvPr>
        </p:nvSpPr>
        <p:spPr>
          <a:xfrm>
            <a:off x="1106488" y="801688"/>
            <a:ext cx="534670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2: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12:notes"/>
          <p:cNvSpPr>
            <a:spLocks noGrp="1" noRot="1" noChangeAspect="1"/>
          </p:cNvSpPr>
          <p:nvPr>
            <p:ph type="sldImg" idx="2"/>
          </p:nvPr>
        </p:nvSpPr>
        <p:spPr>
          <a:xfrm>
            <a:off x="1106488" y="801688"/>
            <a:ext cx="534670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3: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13:notes"/>
          <p:cNvSpPr>
            <a:spLocks noGrp="1" noRot="1" noChangeAspect="1"/>
          </p:cNvSpPr>
          <p:nvPr>
            <p:ph type="sldImg" idx="2"/>
          </p:nvPr>
        </p:nvSpPr>
        <p:spPr>
          <a:xfrm>
            <a:off x="1106488" y="801688"/>
            <a:ext cx="534670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15"/>
        <p:cNvGrpSpPr/>
        <p:nvPr/>
      </p:nvGrpSpPr>
      <p:grpSpPr>
        <a:xfrm>
          <a:off x="0" y="0"/>
          <a:ext cx="0" cy="0"/>
          <a:chOff x="0" y="0"/>
          <a:chExt cx="0" cy="0"/>
        </a:xfrm>
      </p:grpSpPr>
      <p:sp>
        <p:nvSpPr>
          <p:cNvPr id="16" name="Google Shape;16;p15"/>
          <p:cNvSpPr txBox="1">
            <a:spLocks noGrp="1"/>
          </p:cNvSpPr>
          <p:nvPr>
            <p:ph type="title"/>
          </p:nvPr>
        </p:nvSpPr>
        <p:spPr>
          <a:xfrm>
            <a:off x="457200" y="274680"/>
            <a:ext cx="8229240" cy="114264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5"/>
          <p:cNvSpPr txBox="1">
            <a:spLocks noGrp="1"/>
          </p:cNvSpPr>
          <p:nvPr>
            <p:ph type="subTitle" idx="1"/>
          </p:nvPr>
        </p:nvSpPr>
        <p:spPr>
          <a:xfrm>
            <a:off x="457200" y="1600200"/>
            <a:ext cx="8229240" cy="4525560"/>
          </a:xfrm>
          <a:prstGeom prst="rect">
            <a:avLst/>
          </a:prstGeom>
          <a:noFill/>
          <a:ln>
            <a:noFill/>
          </a:ln>
        </p:spPr>
        <p:txBody>
          <a:bodyPr spcFirstLastPara="1" wrap="square" lIns="0" tIns="0" rIns="0" bIns="0" anchor="ctr" anchorCtr="0">
            <a:norm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8"/>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19"/>
        <p:cNvGrpSpPr/>
        <p:nvPr/>
      </p:nvGrpSpPr>
      <p:grpSpPr>
        <a:xfrm>
          <a:off x="0" y="0"/>
          <a:ext cx="0" cy="0"/>
          <a:chOff x="0" y="0"/>
          <a:chExt cx="0" cy="0"/>
        </a:xfrm>
      </p:grpSpPr>
      <p:sp>
        <p:nvSpPr>
          <p:cNvPr id="20" name="Google Shape;20;p20"/>
          <p:cNvSpPr txBox="1">
            <a:spLocks noGrp="1"/>
          </p:cNvSpPr>
          <p:nvPr>
            <p:ph type="title"/>
          </p:nvPr>
        </p:nvSpPr>
        <p:spPr>
          <a:xfrm>
            <a:off x="457200" y="274680"/>
            <a:ext cx="8229240" cy="114264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20"/>
          <p:cNvSpPr txBox="1">
            <a:spLocks noGrp="1"/>
          </p:cNvSpPr>
          <p:nvPr>
            <p:ph type="body" idx="1"/>
          </p:nvPr>
        </p:nvSpPr>
        <p:spPr>
          <a:xfrm>
            <a:off x="457200" y="1600200"/>
            <a:ext cx="8229240" cy="4525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22"/>
        <p:cNvGrpSpPr/>
        <p:nvPr/>
      </p:nvGrpSpPr>
      <p:grpSpPr>
        <a:xfrm>
          <a:off x="0" y="0"/>
          <a:ext cx="0" cy="0"/>
          <a:chOff x="0" y="0"/>
          <a:chExt cx="0" cy="0"/>
        </a:xfrm>
      </p:grpSpPr>
      <p:sp>
        <p:nvSpPr>
          <p:cNvPr id="23" name="Google Shape;23;p21"/>
          <p:cNvSpPr txBox="1">
            <a:spLocks noGrp="1"/>
          </p:cNvSpPr>
          <p:nvPr>
            <p:ph type="title"/>
          </p:nvPr>
        </p:nvSpPr>
        <p:spPr>
          <a:xfrm>
            <a:off x="457200" y="274680"/>
            <a:ext cx="8229240" cy="114264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21"/>
          <p:cNvSpPr txBox="1">
            <a:spLocks noGrp="1"/>
          </p:cNvSpPr>
          <p:nvPr>
            <p:ph type="body" idx="1"/>
          </p:nvPr>
        </p:nvSpPr>
        <p:spPr>
          <a:xfrm>
            <a:off x="457200" y="1600200"/>
            <a:ext cx="4015800" cy="4525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25" name="Google Shape;25;p21"/>
          <p:cNvSpPr txBox="1">
            <a:spLocks noGrp="1"/>
          </p:cNvSpPr>
          <p:nvPr>
            <p:ph type="body" idx="2"/>
          </p:nvPr>
        </p:nvSpPr>
        <p:spPr>
          <a:xfrm>
            <a:off x="4674240" y="1600200"/>
            <a:ext cx="4015800" cy="4525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22"/>
          <p:cNvSpPr txBox="1">
            <a:spLocks noGrp="1"/>
          </p:cNvSpPr>
          <p:nvPr>
            <p:ph type="title"/>
          </p:nvPr>
        </p:nvSpPr>
        <p:spPr>
          <a:xfrm>
            <a:off x="457200" y="274680"/>
            <a:ext cx="8229240" cy="114264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28"/>
        <p:cNvGrpSpPr/>
        <p:nvPr/>
      </p:nvGrpSpPr>
      <p:grpSpPr>
        <a:xfrm>
          <a:off x="0" y="0"/>
          <a:ext cx="0" cy="0"/>
          <a:chOff x="0" y="0"/>
          <a:chExt cx="0" cy="0"/>
        </a:xfrm>
      </p:grpSpPr>
      <p:sp>
        <p:nvSpPr>
          <p:cNvPr id="29" name="Google Shape;29;p23"/>
          <p:cNvSpPr txBox="1">
            <a:spLocks noGrp="1"/>
          </p:cNvSpPr>
          <p:nvPr>
            <p:ph type="subTitle" idx="1"/>
          </p:nvPr>
        </p:nvSpPr>
        <p:spPr>
          <a:xfrm>
            <a:off x="457200" y="274680"/>
            <a:ext cx="8229240" cy="5297760"/>
          </a:xfrm>
          <a:prstGeom prst="rect">
            <a:avLst/>
          </a:prstGeom>
          <a:noFill/>
          <a:ln>
            <a:noFill/>
          </a:ln>
        </p:spPr>
        <p:txBody>
          <a:bodyPr spcFirstLastPara="1" wrap="square" lIns="0" tIns="0" rIns="0" bIns="0" anchor="ctr" anchorCtr="0">
            <a:norm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30"/>
        <p:cNvGrpSpPr/>
        <p:nvPr/>
      </p:nvGrpSpPr>
      <p:grpSpPr>
        <a:xfrm>
          <a:off x="0" y="0"/>
          <a:ext cx="0" cy="0"/>
          <a:chOff x="0" y="0"/>
          <a:chExt cx="0" cy="0"/>
        </a:xfrm>
      </p:grpSpPr>
      <p:sp>
        <p:nvSpPr>
          <p:cNvPr id="31" name="Google Shape;31;p24"/>
          <p:cNvSpPr txBox="1">
            <a:spLocks noGrp="1"/>
          </p:cNvSpPr>
          <p:nvPr>
            <p:ph type="title"/>
          </p:nvPr>
        </p:nvSpPr>
        <p:spPr>
          <a:xfrm>
            <a:off x="457200" y="274680"/>
            <a:ext cx="8229240" cy="114264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24"/>
          <p:cNvSpPr txBox="1">
            <a:spLocks noGrp="1"/>
          </p:cNvSpPr>
          <p:nvPr>
            <p:ph type="body" idx="1"/>
          </p:nvPr>
        </p:nvSpPr>
        <p:spPr>
          <a:xfrm>
            <a:off x="457200" y="1600200"/>
            <a:ext cx="401580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33" name="Google Shape;33;p24"/>
          <p:cNvSpPr txBox="1">
            <a:spLocks noGrp="1"/>
          </p:cNvSpPr>
          <p:nvPr>
            <p:ph type="body" idx="2"/>
          </p:nvPr>
        </p:nvSpPr>
        <p:spPr>
          <a:xfrm>
            <a:off x="4674240" y="1600200"/>
            <a:ext cx="4015800" cy="4525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34" name="Google Shape;34;p24"/>
          <p:cNvSpPr txBox="1">
            <a:spLocks noGrp="1"/>
          </p:cNvSpPr>
          <p:nvPr>
            <p:ph type="body" idx="3"/>
          </p:nvPr>
        </p:nvSpPr>
        <p:spPr>
          <a:xfrm>
            <a:off x="457200" y="3964320"/>
            <a:ext cx="401580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35"/>
        <p:cNvGrpSpPr/>
        <p:nvPr/>
      </p:nvGrpSpPr>
      <p:grpSpPr>
        <a:xfrm>
          <a:off x="0" y="0"/>
          <a:ext cx="0" cy="0"/>
          <a:chOff x="0" y="0"/>
          <a:chExt cx="0" cy="0"/>
        </a:xfrm>
      </p:grpSpPr>
      <p:sp>
        <p:nvSpPr>
          <p:cNvPr id="36" name="Google Shape;36;p25"/>
          <p:cNvSpPr txBox="1">
            <a:spLocks noGrp="1"/>
          </p:cNvSpPr>
          <p:nvPr>
            <p:ph type="title"/>
          </p:nvPr>
        </p:nvSpPr>
        <p:spPr>
          <a:xfrm>
            <a:off x="457200" y="274680"/>
            <a:ext cx="8229240" cy="114264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25"/>
          <p:cNvSpPr txBox="1">
            <a:spLocks noGrp="1"/>
          </p:cNvSpPr>
          <p:nvPr>
            <p:ph type="body" idx="1"/>
          </p:nvPr>
        </p:nvSpPr>
        <p:spPr>
          <a:xfrm>
            <a:off x="457200" y="1600200"/>
            <a:ext cx="4015800" cy="4525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38" name="Google Shape;38;p25"/>
          <p:cNvSpPr txBox="1">
            <a:spLocks noGrp="1"/>
          </p:cNvSpPr>
          <p:nvPr>
            <p:ph type="body" idx="2"/>
          </p:nvPr>
        </p:nvSpPr>
        <p:spPr>
          <a:xfrm>
            <a:off x="4674240" y="1600200"/>
            <a:ext cx="401580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39" name="Google Shape;39;p25"/>
          <p:cNvSpPr txBox="1">
            <a:spLocks noGrp="1"/>
          </p:cNvSpPr>
          <p:nvPr>
            <p:ph type="body" idx="3"/>
          </p:nvPr>
        </p:nvSpPr>
        <p:spPr>
          <a:xfrm>
            <a:off x="4674240" y="3964320"/>
            <a:ext cx="401580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40"/>
        <p:cNvGrpSpPr/>
        <p:nvPr/>
      </p:nvGrpSpPr>
      <p:grpSpPr>
        <a:xfrm>
          <a:off x="0" y="0"/>
          <a:ext cx="0" cy="0"/>
          <a:chOff x="0" y="0"/>
          <a:chExt cx="0" cy="0"/>
        </a:xfrm>
      </p:grpSpPr>
      <p:sp>
        <p:nvSpPr>
          <p:cNvPr id="41" name="Google Shape;41;p26"/>
          <p:cNvSpPr txBox="1">
            <a:spLocks noGrp="1"/>
          </p:cNvSpPr>
          <p:nvPr>
            <p:ph type="title"/>
          </p:nvPr>
        </p:nvSpPr>
        <p:spPr>
          <a:xfrm>
            <a:off x="457200" y="274680"/>
            <a:ext cx="8229240" cy="114264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6"/>
          <p:cNvSpPr txBox="1">
            <a:spLocks noGrp="1"/>
          </p:cNvSpPr>
          <p:nvPr>
            <p:ph type="body" idx="1"/>
          </p:nvPr>
        </p:nvSpPr>
        <p:spPr>
          <a:xfrm>
            <a:off x="457200" y="1600200"/>
            <a:ext cx="401580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43" name="Google Shape;43;p26"/>
          <p:cNvSpPr txBox="1">
            <a:spLocks noGrp="1"/>
          </p:cNvSpPr>
          <p:nvPr>
            <p:ph type="body" idx="2"/>
          </p:nvPr>
        </p:nvSpPr>
        <p:spPr>
          <a:xfrm>
            <a:off x="4674240" y="1600200"/>
            <a:ext cx="401580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44" name="Google Shape;44;p26"/>
          <p:cNvSpPr txBox="1">
            <a:spLocks noGrp="1"/>
          </p:cNvSpPr>
          <p:nvPr>
            <p:ph type="body" idx="3"/>
          </p:nvPr>
        </p:nvSpPr>
        <p:spPr>
          <a:xfrm>
            <a:off x="457200" y="3964320"/>
            <a:ext cx="822924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457200" y="274680"/>
            <a:ext cx="8229240" cy="114264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body" idx="1"/>
          </p:nvPr>
        </p:nvSpPr>
        <p:spPr>
          <a:xfrm>
            <a:off x="457200" y="1600200"/>
            <a:ext cx="822924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48" name="Google Shape;48;p27"/>
          <p:cNvSpPr txBox="1">
            <a:spLocks noGrp="1"/>
          </p:cNvSpPr>
          <p:nvPr>
            <p:ph type="body" idx="2"/>
          </p:nvPr>
        </p:nvSpPr>
        <p:spPr>
          <a:xfrm>
            <a:off x="457200" y="3964320"/>
            <a:ext cx="822924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49"/>
        <p:cNvGrpSpPr/>
        <p:nvPr/>
      </p:nvGrpSpPr>
      <p:grpSpPr>
        <a:xfrm>
          <a:off x="0" y="0"/>
          <a:ext cx="0" cy="0"/>
          <a:chOff x="0" y="0"/>
          <a:chExt cx="0" cy="0"/>
        </a:xfrm>
      </p:grpSpPr>
      <p:sp>
        <p:nvSpPr>
          <p:cNvPr id="50" name="Google Shape;50;p28"/>
          <p:cNvSpPr txBox="1">
            <a:spLocks noGrp="1"/>
          </p:cNvSpPr>
          <p:nvPr>
            <p:ph type="title"/>
          </p:nvPr>
        </p:nvSpPr>
        <p:spPr>
          <a:xfrm>
            <a:off x="457200" y="274680"/>
            <a:ext cx="8229240" cy="114264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8"/>
          <p:cNvSpPr txBox="1">
            <a:spLocks noGrp="1"/>
          </p:cNvSpPr>
          <p:nvPr>
            <p:ph type="body" idx="1"/>
          </p:nvPr>
        </p:nvSpPr>
        <p:spPr>
          <a:xfrm>
            <a:off x="457200" y="1600200"/>
            <a:ext cx="401580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52" name="Google Shape;52;p28"/>
          <p:cNvSpPr txBox="1">
            <a:spLocks noGrp="1"/>
          </p:cNvSpPr>
          <p:nvPr>
            <p:ph type="body" idx="2"/>
          </p:nvPr>
        </p:nvSpPr>
        <p:spPr>
          <a:xfrm>
            <a:off x="4674240" y="1600200"/>
            <a:ext cx="401580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53" name="Google Shape;53;p28"/>
          <p:cNvSpPr txBox="1">
            <a:spLocks noGrp="1"/>
          </p:cNvSpPr>
          <p:nvPr>
            <p:ph type="body" idx="3"/>
          </p:nvPr>
        </p:nvSpPr>
        <p:spPr>
          <a:xfrm>
            <a:off x="457200" y="3964320"/>
            <a:ext cx="401580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54" name="Google Shape;54;p28"/>
          <p:cNvSpPr txBox="1">
            <a:spLocks noGrp="1"/>
          </p:cNvSpPr>
          <p:nvPr>
            <p:ph type="body" idx="4"/>
          </p:nvPr>
        </p:nvSpPr>
        <p:spPr>
          <a:xfrm>
            <a:off x="4674240" y="3964320"/>
            <a:ext cx="401580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55"/>
        <p:cNvGrpSpPr/>
        <p:nvPr/>
      </p:nvGrpSpPr>
      <p:grpSpPr>
        <a:xfrm>
          <a:off x="0" y="0"/>
          <a:ext cx="0" cy="0"/>
          <a:chOff x="0" y="0"/>
          <a:chExt cx="0" cy="0"/>
        </a:xfrm>
      </p:grpSpPr>
      <p:sp>
        <p:nvSpPr>
          <p:cNvPr id="56" name="Google Shape;56;p29"/>
          <p:cNvSpPr txBox="1">
            <a:spLocks noGrp="1"/>
          </p:cNvSpPr>
          <p:nvPr>
            <p:ph type="title"/>
          </p:nvPr>
        </p:nvSpPr>
        <p:spPr>
          <a:xfrm>
            <a:off x="457200" y="274680"/>
            <a:ext cx="8229240" cy="114264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29"/>
          <p:cNvSpPr txBox="1">
            <a:spLocks noGrp="1"/>
          </p:cNvSpPr>
          <p:nvPr>
            <p:ph type="body" idx="1"/>
          </p:nvPr>
        </p:nvSpPr>
        <p:spPr>
          <a:xfrm>
            <a:off x="457200" y="1600200"/>
            <a:ext cx="264960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58" name="Google Shape;58;p29"/>
          <p:cNvSpPr txBox="1">
            <a:spLocks noGrp="1"/>
          </p:cNvSpPr>
          <p:nvPr>
            <p:ph type="body" idx="2"/>
          </p:nvPr>
        </p:nvSpPr>
        <p:spPr>
          <a:xfrm>
            <a:off x="3239640" y="1600200"/>
            <a:ext cx="264960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59" name="Google Shape;59;p29"/>
          <p:cNvSpPr txBox="1">
            <a:spLocks noGrp="1"/>
          </p:cNvSpPr>
          <p:nvPr>
            <p:ph type="body" idx="3"/>
          </p:nvPr>
        </p:nvSpPr>
        <p:spPr>
          <a:xfrm>
            <a:off x="6022080" y="1600200"/>
            <a:ext cx="264960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60" name="Google Shape;60;p29"/>
          <p:cNvSpPr txBox="1">
            <a:spLocks noGrp="1"/>
          </p:cNvSpPr>
          <p:nvPr>
            <p:ph type="body" idx="4"/>
          </p:nvPr>
        </p:nvSpPr>
        <p:spPr>
          <a:xfrm>
            <a:off x="457200" y="3964320"/>
            <a:ext cx="264960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61" name="Google Shape;61;p29"/>
          <p:cNvSpPr txBox="1">
            <a:spLocks noGrp="1"/>
          </p:cNvSpPr>
          <p:nvPr>
            <p:ph type="body" idx="5"/>
          </p:nvPr>
        </p:nvSpPr>
        <p:spPr>
          <a:xfrm>
            <a:off x="3239640" y="3964320"/>
            <a:ext cx="264960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62" name="Google Shape;62;p29"/>
          <p:cNvSpPr txBox="1">
            <a:spLocks noGrp="1"/>
          </p:cNvSpPr>
          <p:nvPr>
            <p:ph type="body" idx="6"/>
          </p:nvPr>
        </p:nvSpPr>
        <p:spPr>
          <a:xfrm>
            <a:off x="6022080" y="3964320"/>
            <a:ext cx="264960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69"/>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457200" y="274680"/>
            <a:ext cx="8229240" cy="114264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18"/>
          <p:cNvSpPr txBox="1">
            <a:spLocks noGrp="1"/>
          </p:cNvSpPr>
          <p:nvPr>
            <p:ph type="subTitle" idx="1"/>
          </p:nvPr>
        </p:nvSpPr>
        <p:spPr>
          <a:xfrm>
            <a:off x="457200" y="1600200"/>
            <a:ext cx="8229240" cy="452556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73"/>
        <p:cNvGrpSpPr/>
        <p:nvPr/>
      </p:nvGrpSpPr>
      <p:grpSpPr>
        <a:xfrm>
          <a:off x="0" y="0"/>
          <a:ext cx="0" cy="0"/>
          <a:chOff x="0" y="0"/>
          <a:chExt cx="0" cy="0"/>
        </a:xfrm>
      </p:grpSpPr>
      <p:sp>
        <p:nvSpPr>
          <p:cNvPr id="74" name="Google Shape;74;p30"/>
          <p:cNvSpPr txBox="1">
            <a:spLocks noGrp="1"/>
          </p:cNvSpPr>
          <p:nvPr>
            <p:ph type="title"/>
          </p:nvPr>
        </p:nvSpPr>
        <p:spPr>
          <a:xfrm>
            <a:off x="457200" y="274680"/>
            <a:ext cx="8229240" cy="114264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30"/>
          <p:cNvSpPr txBox="1">
            <a:spLocks noGrp="1"/>
          </p:cNvSpPr>
          <p:nvPr>
            <p:ph type="body" idx="1"/>
          </p:nvPr>
        </p:nvSpPr>
        <p:spPr>
          <a:xfrm>
            <a:off x="457200" y="1600200"/>
            <a:ext cx="8229240" cy="4525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76"/>
        <p:cNvGrpSpPr/>
        <p:nvPr/>
      </p:nvGrpSpPr>
      <p:grpSpPr>
        <a:xfrm>
          <a:off x="0" y="0"/>
          <a:ext cx="0" cy="0"/>
          <a:chOff x="0" y="0"/>
          <a:chExt cx="0" cy="0"/>
        </a:xfrm>
      </p:grpSpPr>
      <p:sp>
        <p:nvSpPr>
          <p:cNvPr id="77" name="Google Shape;77;p31"/>
          <p:cNvSpPr txBox="1">
            <a:spLocks noGrp="1"/>
          </p:cNvSpPr>
          <p:nvPr>
            <p:ph type="title"/>
          </p:nvPr>
        </p:nvSpPr>
        <p:spPr>
          <a:xfrm>
            <a:off x="457200" y="274680"/>
            <a:ext cx="8229240" cy="114264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31"/>
          <p:cNvSpPr txBox="1">
            <a:spLocks noGrp="1"/>
          </p:cNvSpPr>
          <p:nvPr>
            <p:ph type="body" idx="1"/>
          </p:nvPr>
        </p:nvSpPr>
        <p:spPr>
          <a:xfrm>
            <a:off x="457200" y="1600200"/>
            <a:ext cx="4015800" cy="4525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79" name="Google Shape;79;p31"/>
          <p:cNvSpPr txBox="1">
            <a:spLocks noGrp="1"/>
          </p:cNvSpPr>
          <p:nvPr>
            <p:ph type="body" idx="2"/>
          </p:nvPr>
        </p:nvSpPr>
        <p:spPr>
          <a:xfrm>
            <a:off x="4674240" y="1600200"/>
            <a:ext cx="4015800" cy="4525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0"/>
        <p:cNvGrpSpPr/>
        <p:nvPr/>
      </p:nvGrpSpPr>
      <p:grpSpPr>
        <a:xfrm>
          <a:off x="0" y="0"/>
          <a:ext cx="0" cy="0"/>
          <a:chOff x="0" y="0"/>
          <a:chExt cx="0" cy="0"/>
        </a:xfrm>
      </p:grpSpPr>
      <p:sp>
        <p:nvSpPr>
          <p:cNvPr id="81" name="Google Shape;81;p32"/>
          <p:cNvSpPr txBox="1">
            <a:spLocks noGrp="1"/>
          </p:cNvSpPr>
          <p:nvPr>
            <p:ph type="title"/>
          </p:nvPr>
        </p:nvSpPr>
        <p:spPr>
          <a:xfrm>
            <a:off x="457200" y="274680"/>
            <a:ext cx="8229240" cy="114264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82"/>
        <p:cNvGrpSpPr/>
        <p:nvPr/>
      </p:nvGrpSpPr>
      <p:grpSpPr>
        <a:xfrm>
          <a:off x="0" y="0"/>
          <a:ext cx="0" cy="0"/>
          <a:chOff x="0" y="0"/>
          <a:chExt cx="0" cy="0"/>
        </a:xfrm>
      </p:grpSpPr>
      <p:sp>
        <p:nvSpPr>
          <p:cNvPr id="83" name="Google Shape;83;p33"/>
          <p:cNvSpPr txBox="1">
            <a:spLocks noGrp="1"/>
          </p:cNvSpPr>
          <p:nvPr>
            <p:ph type="subTitle" idx="1"/>
          </p:nvPr>
        </p:nvSpPr>
        <p:spPr>
          <a:xfrm>
            <a:off x="457200" y="274680"/>
            <a:ext cx="8229240" cy="529776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84"/>
        <p:cNvGrpSpPr/>
        <p:nvPr/>
      </p:nvGrpSpPr>
      <p:grpSpPr>
        <a:xfrm>
          <a:off x="0" y="0"/>
          <a:ext cx="0" cy="0"/>
          <a:chOff x="0" y="0"/>
          <a:chExt cx="0" cy="0"/>
        </a:xfrm>
      </p:grpSpPr>
      <p:sp>
        <p:nvSpPr>
          <p:cNvPr id="85" name="Google Shape;85;p34"/>
          <p:cNvSpPr txBox="1">
            <a:spLocks noGrp="1"/>
          </p:cNvSpPr>
          <p:nvPr>
            <p:ph type="title"/>
          </p:nvPr>
        </p:nvSpPr>
        <p:spPr>
          <a:xfrm>
            <a:off x="457200" y="274680"/>
            <a:ext cx="8229240" cy="114264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34"/>
          <p:cNvSpPr txBox="1">
            <a:spLocks noGrp="1"/>
          </p:cNvSpPr>
          <p:nvPr>
            <p:ph type="body" idx="1"/>
          </p:nvPr>
        </p:nvSpPr>
        <p:spPr>
          <a:xfrm>
            <a:off x="457200" y="1600200"/>
            <a:ext cx="401580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87" name="Google Shape;87;p34"/>
          <p:cNvSpPr txBox="1">
            <a:spLocks noGrp="1"/>
          </p:cNvSpPr>
          <p:nvPr>
            <p:ph type="body" idx="2"/>
          </p:nvPr>
        </p:nvSpPr>
        <p:spPr>
          <a:xfrm>
            <a:off x="4674240" y="1600200"/>
            <a:ext cx="4015800" cy="4525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88" name="Google Shape;88;p34"/>
          <p:cNvSpPr txBox="1">
            <a:spLocks noGrp="1"/>
          </p:cNvSpPr>
          <p:nvPr>
            <p:ph type="body" idx="3"/>
          </p:nvPr>
        </p:nvSpPr>
        <p:spPr>
          <a:xfrm>
            <a:off x="457200" y="3964320"/>
            <a:ext cx="401580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89"/>
        <p:cNvGrpSpPr/>
        <p:nvPr/>
      </p:nvGrpSpPr>
      <p:grpSpPr>
        <a:xfrm>
          <a:off x="0" y="0"/>
          <a:ext cx="0" cy="0"/>
          <a:chOff x="0" y="0"/>
          <a:chExt cx="0" cy="0"/>
        </a:xfrm>
      </p:grpSpPr>
      <p:sp>
        <p:nvSpPr>
          <p:cNvPr id="90" name="Google Shape;90;p35"/>
          <p:cNvSpPr txBox="1">
            <a:spLocks noGrp="1"/>
          </p:cNvSpPr>
          <p:nvPr>
            <p:ph type="title"/>
          </p:nvPr>
        </p:nvSpPr>
        <p:spPr>
          <a:xfrm>
            <a:off x="457200" y="274680"/>
            <a:ext cx="8229240" cy="114264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35"/>
          <p:cNvSpPr txBox="1">
            <a:spLocks noGrp="1"/>
          </p:cNvSpPr>
          <p:nvPr>
            <p:ph type="body" idx="1"/>
          </p:nvPr>
        </p:nvSpPr>
        <p:spPr>
          <a:xfrm>
            <a:off x="457200" y="1600200"/>
            <a:ext cx="4015800" cy="4525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92" name="Google Shape;92;p35"/>
          <p:cNvSpPr txBox="1">
            <a:spLocks noGrp="1"/>
          </p:cNvSpPr>
          <p:nvPr>
            <p:ph type="body" idx="2"/>
          </p:nvPr>
        </p:nvSpPr>
        <p:spPr>
          <a:xfrm>
            <a:off x="4674240" y="1600200"/>
            <a:ext cx="401580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93" name="Google Shape;93;p35"/>
          <p:cNvSpPr txBox="1">
            <a:spLocks noGrp="1"/>
          </p:cNvSpPr>
          <p:nvPr>
            <p:ph type="body" idx="3"/>
          </p:nvPr>
        </p:nvSpPr>
        <p:spPr>
          <a:xfrm>
            <a:off x="4674240" y="3964320"/>
            <a:ext cx="401580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94"/>
        <p:cNvGrpSpPr/>
        <p:nvPr/>
      </p:nvGrpSpPr>
      <p:grpSpPr>
        <a:xfrm>
          <a:off x="0" y="0"/>
          <a:ext cx="0" cy="0"/>
          <a:chOff x="0" y="0"/>
          <a:chExt cx="0" cy="0"/>
        </a:xfrm>
      </p:grpSpPr>
      <p:sp>
        <p:nvSpPr>
          <p:cNvPr id="95" name="Google Shape;95;p36"/>
          <p:cNvSpPr txBox="1">
            <a:spLocks noGrp="1"/>
          </p:cNvSpPr>
          <p:nvPr>
            <p:ph type="title"/>
          </p:nvPr>
        </p:nvSpPr>
        <p:spPr>
          <a:xfrm>
            <a:off x="457200" y="274680"/>
            <a:ext cx="8229240" cy="114264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36"/>
          <p:cNvSpPr txBox="1">
            <a:spLocks noGrp="1"/>
          </p:cNvSpPr>
          <p:nvPr>
            <p:ph type="body" idx="1"/>
          </p:nvPr>
        </p:nvSpPr>
        <p:spPr>
          <a:xfrm>
            <a:off x="457200" y="1600200"/>
            <a:ext cx="401580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97" name="Google Shape;97;p36"/>
          <p:cNvSpPr txBox="1">
            <a:spLocks noGrp="1"/>
          </p:cNvSpPr>
          <p:nvPr>
            <p:ph type="body" idx="2"/>
          </p:nvPr>
        </p:nvSpPr>
        <p:spPr>
          <a:xfrm>
            <a:off x="4674240" y="1600200"/>
            <a:ext cx="401580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98" name="Google Shape;98;p36"/>
          <p:cNvSpPr txBox="1">
            <a:spLocks noGrp="1"/>
          </p:cNvSpPr>
          <p:nvPr>
            <p:ph type="body" idx="3"/>
          </p:nvPr>
        </p:nvSpPr>
        <p:spPr>
          <a:xfrm>
            <a:off x="457200" y="3964320"/>
            <a:ext cx="822924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99"/>
        <p:cNvGrpSpPr/>
        <p:nvPr/>
      </p:nvGrpSpPr>
      <p:grpSpPr>
        <a:xfrm>
          <a:off x="0" y="0"/>
          <a:ext cx="0" cy="0"/>
          <a:chOff x="0" y="0"/>
          <a:chExt cx="0" cy="0"/>
        </a:xfrm>
      </p:grpSpPr>
      <p:sp>
        <p:nvSpPr>
          <p:cNvPr id="100" name="Google Shape;100;p37"/>
          <p:cNvSpPr txBox="1">
            <a:spLocks noGrp="1"/>
          </p:cNvSpPr>
          <p:nvPr>
            <p:ph type="title"/>
          </p:nvPr>
        </p:nvSpPr>
        <p:spPr>
          <a:xfrm>
            <a:off x="457200" y="274680"/>
            <a:ext cx="8229240" cy="114264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1" name="Google Shape;101;p37"/>
          <p:cNvSpPr txBox="1">
            <a:spLocks noGrp="1"/>
          </p:cNvSpPr>
          <p:nvPr>
            <p:ph type="body" idx="1"/>
          </p:nvPr>
        </p:nvSpPr>
        <p:spPr>
          <a:xfrm>
            <a:off x="457200" y="1600200"/>
            <a:ext cx="822924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102" name="Google Shape;102;p37"/>
          <p:cNvSpPr txBox="1">
            <a:spLocks noGrp="1"/>
          </p:cNvSpPr>
          <p:nvPr>
            <p:ph type="body" idx="2"/>
          </p:nvPr>
        </p:nvSpPr>
        <p:spPr>
          <a:xfrm>
            <a:off x="457200" y="3964320"/>
            <a:ext cx="822924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103"/>
        <p:cNvGrpSpPr/>
        <p:nvPr/>
      </p:nvGrpSpPr>
      <p:grpSpPr>
        <a:xfrm>
          <a:off x="0" y="0"/>
          <a:ext cx="0" cy="0"/>
          <a:chOff x="0" y="0"/>
          <a:chExt cx="0" cy="0"/>
        </a:xfrm>
      </p:grpSpPr>
      <p:sp>
        <p:nvSpPr>
          <p:cNvPr id="104" name="Google Shape;104;p38"/>
          <p:cNvSpPr txBox="1">
            <a:spLocks noGrp="1"/>
          </p:cNvSpPr>
          <p:nvPr>
            <p:ph type="title"/>
          </p:nvPr>
        </p:nvSpPr>
        <p:spPr>
          <a:xfrm>
            <a:off x="457200" y="274680"/>
            <a:ext cx="8229240" cy="114264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5" name="Google Shape;105;p38"/>
          <p:cNvSpPr txBox="1">
            <a:spLocks noGrp="1"/>
          </p:cNvSpPr>
          <p:nvPr>
            <p:ph type="body" idx="1"/>
          </p:nvPr>
        </p:nvSpPr>
        <p:spPr>
          <a:xfrm>
            <a:off x="457200" y="1600200"/>
            <a:ext cx="401580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106" name="Google Shape;106;p38"/>
          <p:cNvSpPr txBox="1">
            <a:spLocks noGrp="1"/>
          </p:cNvSpPr>
          <p:nvPr>
            <p:ph type="body" idx="2"/>
          </p:nvPr>
        </p:nvSpPr>
        <p:spPr>
          <a:xfrm>
            <a:off x="4674240" y="1600200"/>
            <a:ext cx="401580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107" name="Google Shape;107;p38"/>
          <p:cNvSpPr txBox="1">
            <a:spLocks noGrp="1"/>
          </p:cNvSpPr>
          <p:nvPr>
            <p:ph type="body" idx="3"/>
          </p:nvPr>
        </p:nvSpPr>
        <p:spPr>
          <a:xfrm>
            <a:off x="457200" y="3964320"/>
            <a:ext cx="401580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108" name="Google Shape;108;p38"/>
          <p:cNvSpPr txBox="1">
            <a:spLocks noGrp="1"/>
          </p:cNvSpPr>
          <p:nvPr>
            <p:ph type="body" idx="4"/>
          </p:nvPr>
        </p:nvSpPr>
        <p:spPr>
          <a:xfrm>
            <a:off x="4674240" y="3964320"/>
            <a:ext cx="401580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109"/>
        <p:cNvGrpSpPr/>
        <p:nvPr/>
      </p:nvGrpSpPr>
      <p:grpSpPr>
        <a:xfrm>
          <a:off x="0" y="0"/>
          <a:ext cx="0" cy="0"/>
          <a:chOff x="0" y="0"/>
          <a:chExt cx="0" cy="0"/>
        </a:xfrm>
      </p:grpSpPr>
      <p:sp>
        <p:nvSpPr>
          <p:cNvPr id="110" name="Google Shape;110;p39"/>
          <p:cNvSpPr txBox="1">
            <a:spLocks noGrp="1"/>
          </p:cNvSpPr>
          <p:nvPr>
            <p:ph type="title"/>
          </p:nvPr>
        </p:nvSpPr>
        <p:spPr>
          <a:xfrm>
            <a:off x="457200" y="274680"/>
            <a:ext cx="8229240" cy="114264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39"/>
          <p:cNvSpPr txBox="1">
            <a:spLocks noGrp="1"/>
          </p:cNvSpPr>
          <p:nvPr>
            <p:ph type="body" idx="1"/>
          </p:nvPr>
        </p:nvSpPr>
        <p:spPr>
          <a:xfrm>
            <a:off x="457200" y="1600200"/>
            <a:ext cx="264960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112" name="Google Shape;112;p39"/>
          <p:cNvSpPr txBox="1">
            <a:spLocks noGrp="1"/>
          </p:cNvSpPr>
          <p:nvPr>
            <p:ph type="body" idx="2"/>
          </p:nvPr>
        </p:nvSpPr>
        <p:spPr>
          <a:xfrm>
            <a:off x="3239640" y="1600200"/>
            <a:ext cx="264960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113" name="Google Shape;113;p39"/>
          <p:cNvSpPr txBox="1">
            <a:spLocks noGrp="1"/>
          </p:cNvSpPr>
          <p:nvPr>
            <p:ph type="body" idx="3"/>
          </p:nvPr>
        </p:nvSpPr>
        <p:spPr>
          <a:xfrm>
            <a:off x="6022080" y="1600200"/>
            <a:ext cx="264960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114" name="Google Shape;114;p39"/>
          <p:cNvSpPr txBox="1">
            <a:spLocks noGrp="1"/>
          </p:cNvSpPr>
          <p:nvPr>
            <p:ph type="body" idx="4"/>
          </p:nvPr>
        </p:nvSpPr>
        <p:spPr>
          <a:xfrm>
            <a:off x="457200" y="3964320"/>
            <a:ext cx="264960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115" name="Google Shape;115;p39"/>
          <p:cNvSpPr txBox="1">
            <a:spLocks noGrp="1"/>
          </p:cNvSpPr>
          <p:nvPr>
            <p:ph type="body" idx="5"/>
          </p:nvPr>
        </p:nvSpPr>
        <p:spPr>
          <a:xfrm>
            <a:off x="3239640" y="3964320"/>
            <a:ext cx="264960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116" name="Google Shape;116;p39"/>
          <p:cNvSpPr txBox="1">
            <a:spLocks noGrp="1"/>
          </p:cNvSpPr>
          <p:nvPr>
            <p:ph type="body" idx="6"/>
          </p:nvPr>
        </p:nvSpPr>
        <p:spPr>
          <a:xfrm>
            <a:off x="6022080" y="3964320"/>
            <a:ext cx="2649600" cy="215856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685800" y="2130480"/>
            <a:ext cx="7772040" cy="1469520"/>
          </a:xfrm>
          <a:prstGeom prst="rect">
            <a:avLst/>
          </a:prstGeom>
          <a:noFill/>
          <a:ln>
            <a:noFill/>
          </a:ln>
        </p:spPr>
        <p:txBody>
          <a:bodyPr spcFirstLastPara="1" wrap="square" lIns="91425" tIns="45700" rIns="91425" bIns="45700" anchor="ctr" anchorCtr="0">
            <a:noAutofit/>
          </a:bodyPr>
          <a:lstStyle>
            <a:lvl1pPr lvl="0">
              <a:spcBef>
                <a:spcPts val="0"/>
              </a:spcBef>
              <a:spcAft>
                <a:spcPts val="0"/>
              </a:spcAft>
              <a:buSzPts val="1400"/>
              <a:buNone/>
              <a:defRPr sz="18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
          <p:cNvSpPr txBox="1">
            <a:spLocks noGrp="1"/>
          </p:cNvSpPr>
          <p:nvPr>
            <p:ph type="dt" idx="10"/>
          </p:nvPr>
        </p:nvSpPr>
        <p:spPr>
          <a:xfrm>
            <a:off x="457200" y="6356520"/>
            <a:ext cx="2133360" cy="3646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2" name="Google Shape;12;p14"/>
          <p:cNvSpPr txBox="1">
            <a:spLocks noGrp="1"/>
          </p:cNvSpPr>
          <p:nvPr>
            <p:ph type="ftr" idx="11"/>
          </p:nvPr>
        </p:nvSpPr>
        <p:spPr>
          <a:xfrm>
            <a:off x="3124080" y="6356520"/>
            <a:ext cx="2895120" cy="3646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4"/>
          <p:cNvSpPr txBox="1">
            <a:spLocks noGrp="1"/>
          </p:cNvSpPr>
          <p:nvPr>
            <p:ph type="sldNum" idx="12"/>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None/>
              <a:defRPr sz="1200" b="0" i="0" u="none" strike="noStrike" cap="none">
                <a:solidFill>
                  <a:srgbClr val="8B8B8B"/>
                </a:solidFill>
                <a:latin typeface="Calibri"/>
                <a:ea typeface="Calibri"/>
                <a:cs typeface="Calibri"/>
                <a:sym typeface="Calibri"/>
              </a:defRPr>
            </a:lvl1pPr>
            <a:lvl2pPr marL="0" marR="0" lvl="1" indent="0" algn="r" rtl="0">
              <a:lnSpc>
                <a:spcPct val="100000"/>
              </a:lnSpc>
              <a:spcBef>
                <a:spcPts val="0"/>
              </a:spcBef>
              <a:buNone/>
              <a:defRPr sz="1200" b="0" i="0" u="none" strike="noStrike" cap="none">
                <a:solidFill>
                  <a:srgbClr val="8B8B8B"/>
                </a:solidFill>
                <a:latin typeface="Calibri"/>
                <a:ea typeface="Calibri"/>
                <a:cs typeface="Calibri"/>
                <a:sym typeface="Calibri"/>
              </a:defRPr>
            </a:lvl2pPr>
            <a:lvl3pPr marL="0" marR="0" lvl="2" indent="0" algn="r" rtl="0">
              <a:lnSpc>
                <a:spcPct val="100000"/>
              </a:lnSpc>
              <a:spcBef>
                <a:spcPts val="0"/>
              </a:spcBef>
              <a:buNone/>
              <a:defRPr sz="1200" b="0" i="0" u="none" strike="noStrike" cap="none">
                <a:solidFill>
                  <a:srgbClr val="8B8B8B"/>
                </a:solidFill>
                <a:latin typeface="Calibri"/>
                <a:ea typeface="Calibri"/>
                <a:cs typeface="Calibri"/>
                <a:sym typeface="Calibri"/>
              </a:defRPr>
            </a:lvl3pPr>
            <a:lvl4pPr marL="0" marR="0" lvl="3" indent="0" algn="r" rtl="0">
              <a:lnSpc>
                <a:spcPct val="100000"/>
              </a:lnSpc>
              <a:spcBef>
                <a:spcPts val="0"/>
              </a:spcBef>
              <a:buNone/>
              <a:defRPr sz="1200" b="0" i="0" u="none" strike="noStrike" cap="none">
                <a:solidFill>
                  <a:srgbClr val="8B8B8B"/>
                </a:solidFill>
                <a:latin typeface="Calibri"/>
                <a:ea typeface="Calibri"/>
                <a:cs typeface="Calibri"/>
                <a:sym typeface="Calibri"/>
              </a:defRPr>
            </a:lvl4pPr>
            <a:lvl5pPr marL="0" marR="0" lvl="4" indent="0" algn="r" rtl="0">
              <a:lnSpc>
                <a:spcPct val="100000"/>
              </a:lnSpc>
              <a:spcBef>
                <a:spcPts val="0"/>
              </a:spcBef>
              <a:buNone/>
              <a:defRPr sz="1200" b="0" i="0" u="none" strike="noStrike" cap="none">
                <a:solidFill>
                  <a:srgbClr val="8B8B8B"/>
                </a:solidFill>
                <a:latin typeface="Calibri"/>
                <a:ea typeface="Calibri"/>
                <a:cs typeface="Calibri"/>
                <a:sym typeface="Calibri"/>
              </a:defRPr>
            </a:lvl5pPr>
            <a:lvl6pPr marL="0" marR="0" lvl="5" indent="0" algn="r" rtl="0">
              <a:lnSpc>
                <a:spcPct val="100000"/>
              </a:lnSpc>
              <a:spcBef>
                <a:spcPts val="0"/>
              </a:spcBef>
              <a:buNone/>
              <a:defRPr sz="1200" b="0" i="0" u="none" strike="noStrike" cap="none">
                <a:solidFill>
                  <a:srgbClr val="8B8B8B"/>
                </a:solidFill>
                <a:latin typeface="Calibri"/>
                <a:ea typeface="Calibri"/>
                <a:cs typeface="Calibri"/>
                <a:sym typeface="Calibri"/>
              </a:defRPr>
            </a:lvl6pPr>
            <a:lvl7pPr marL="0" marR="0" lvl="6" indent="0" algn="r" rtl="0">
              <a:lnSpc>
                <a:spcPct val="100000"/>
              </a:lnSpc>
              <a:spcBef>
                <a:spcPts val="0"/>
              </a:spcBef>
              <a:buNone/>
              <a:defRPr sz="1200" b="0" i="0" u="none" strike="noStrike" cap="none">
                <a:solidFill>
                  <a:srgbClr val="8B8B8B"/>
                </a:solidFill>
                <a:latin typeface="Calibri"/>
                <a:ea typeface="Calibri"/>
                <a:cs typeface="Calibri"/>
                <a:sym typeface="Calibri"/>
              </a:defRPr>
            </a:lvl7pPr>
            <a:lvl8pPr marL="0" marR="0" lvl="7" indent="0" algn="r" rtl="0">
              <a:lnSpc>
                <a:spcPct val="100000"/>
              </a:lnSpc>
              <a:spcBef>
                <a:spcPts val="0"/>
              </a:spcBef>
              <a:buNone/>
              <a:defRPr sz="1200" b="0" i="0" u="none" strike="noStrike" cap="none">
                <a:solidFill>
                  <a:srgbClr val="8B8B8B"/>
                </a:solidFill>
                <a:latin typeface="Calibri"/>
                <a:ea typeface="Calibri"/>
                <a:cs typeface="Calibri"/>
                <a:sym typeface="Calibri"/>
              </a:defRPr>
            </a:lvl8pPr>
            <a:lvl9pPr marL="0" marR="0" lvl="8" indent="0" algn="r" rtl="0">
              <a:lnSpc>
                <a:spcPct val="100000"/>
              </a:lnSpc>
              <a:spcBef>
                <a:spcPts val="0"/>
              </a:spcBef>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chemeClr val="dk1"/>
              </a:solidFill>
              <a:latin typeface="Times New Roman"/>
              <a:ea typeface="Times New Roman"/>
              <a:cs typeface="Times New Roman"/>
              <a:sym typeface="Times New Roman"/>
            </a:endParaRPr>
          </a:p>
        </p:txBody>
      </p:sp>
      <p:sp>
        <p:nvSpPr>
          <p:cNvPr id="14" name="Google Shape;14;p14"/>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sz="1800"/>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3"/>
        <p:cNvGrpSpPr/>
        <p:nvPr/>
      </p:nvGrpSpPr>
      <p:grpSpPr>
        <a:xfrm>
          <a:off x="0" y="0"/>
          <a:ext cx="0" cy="0"/>
          <a:chOff x="0" y="0"/>
          <a:chExt cx="0" cy="0"/>
        </a:xfrm>
      </p:grpSpPr>
      <p:sp>
        <p:nvSpPr>
          <p:cNvPr id="64" name="Google Shape;64;p16"/>
          <p:cNvSpPr txBox="1">
            <a:spLocks noGrp="1"/>
          </p:cNvSpPr>
          <p:nvPr>
            <p:ph type="title"/>
          </p:nvPr>
        </p:nvSpPr>
        <p:spPr>
          <a:xfrm>
            <a:off x="457200" y="274680"/>
            <a:ext cx="8229240" cy="1142640"/>
          </a:xfrm>
          <a:prstGeom prst="rect">
            <a:avLst/>
          </a:prstGeom>
          <a:noFill/>
          <a:ln>
            <a:noFill/>
          </a:ln>
        </p:spPr>
        <p:txBody>
          <a:bodyPr spcFirstLastPara="1" wrap="square" lIns="91425" tIns="45700" rIns="91425" bIns="45700" anchor="ctr" anchorCtr="0">
            <a:noAutofit/>
          </a:bodyPr>
          <a:lstStyle>
            <a:lvl1pPr lvl="0">
              <a:spcBef>
                <a:spcPts val="0"/>
              </a:spcBef>
              <a:spcAft>
                <a:spcPts val="0"/>
              </a:spcAft>
              <a:buSzPts val="1400"/>
              <a:buNone/>
              <a:defRPr sz="18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5" name="Google Shape;65;p16"/>
          <p:cNvSpPr txBox="1">
            <a:spLocks noGrp="1"/>
          </p:cNvSpPr>
          <p:nvPr>
            <p:ph type="body" idx="1"/>
          </p:nvPr>
        </p:nvSpPr>
        <p:spPr>
          <a:xfrm>
            <a:off x="457200" y="1600200"/>
            <a:ext cx="8229240" cy="4525560"/>
          </a:xfrm>
          <a:prstGeom prst="rect">
            <a:avLst/>
          </a:prstGeom>
          <a:noFill/>
          <a:ln>
            <a:noFill/>
          </a:ln>
        </p:spPr>
        <p:txBody>
          <a:bodyPr spcFirstLastPara="1" wrap="square" lIns="91425" tIns="45700" rIns="91425" bIns="45700" anchor="t" anchorCtr="0">
            <a:noAutofit/>
          </a:bodyPr>
          <a:lstStyle>
            <a:lvl1pPr marL="457200" lvl="0" indent="-228600">
              <a:spcBef>
                <a:spcPts val="0"/>
              </a:spcBef>
              <a:spcAft>
                <a:spcPts val="0"/>
              </a:spcAft>
              <a:buSzPts val="1400"/>
              <a:buNone/>
              <a:defRPr sz="1800"/>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endParaRPr/>
          </a:p>
        </p:txBody>
      </p:sp>
      <p:sp>
        <p:nvSpPr>
          <p:cNvPr id="66" name="Google Shape;66;p16"/>
          <p:cNvSpPr txBox="1">
            <a:spLocks noGrp="1"/>
          </p:cNvSpPr>
          <p:nvPr>
            <p:ph type="dt" idx="10"/>
          </p:nvPr>
        </p:nvSpPr>
        <p:spPr>
          <a:xfrm>
            <a:off x="457200" y="6356520"/>
            <a:ext cx="2133360" cy="3646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7" name="Google Shape;67;p16"/>
          <p:cNvSpPr txBox="1">
            <a:spLocks noGrp="1"/>
          </p:cNvSpPr>
          <p:nvPr>
            <p:ph type="ftr" idx="11"/>
          </p:nvPr>
        </p:nvSpPr>
        <p:spPr>
          <a:xfrm>
            <a:off x="3124080" y="6356520"/>
            <a:ext cx="2895120" cy="3646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8" name="Google Shape;68;p16"/>
          <p:cNvSpPr txBox="1">
            <a:spLocks noGrp="1"/>
          </p:cNvSpPr>
          <p:nvPr>
            <p:ph type="sldNum" idx="12"/>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None/>
              <a:defRPr sz="1200" b="0" i="0" u="none" strike="noStrike" cap="none">
                <a:solidFill>
                  <a:srgbClr val="8B8B8B"/>
                </a:solidFill>
                <a:latin typeface="Calibri"/>
                <a:ea typeface="Calibri"/>
                <a:cs typeface="Calibri"/>
                <a:sym typeface="Calibri"/>
              </a:defRPr>
            </a:lvl1pPr>
            <a:lvl2pPr marL="0" marR="0" lvl="1" indent="0" algn="r" rtl="0">
              <a:lnSpc>
                <a:spcPct val="100000"/>
              </a:lnSpc>
              <a:spcBef>
                <a:spcPts val="0"/>
              </a:spcBef>
              <a:buNone/>
              <a:defRPr sz="1200" b="0" i="0" u="none" strike="noStrike" cap="none">
                <a:solidFill>
                  <a:srgbClr val="8B8B8B"/>
                </a:solidFill>
                <a:latin typeface="Calibri"/>
                <a:ea typeface="Calibri"/>
                <a:cs typeface="Calibri"/>
                <a:sym typeface="Calibri"/>
              </a:defRPr>
            </a:lvl2pPr>
            <a:lvl3pPr marL="0" marR="0" lvl="2" indent="0" algn="r" rtl="0">
              <a:lnSpc>
                <a:spcPct val="100000"/>
              </a:lnSpc>
              <a:spcBef>
                <a:spcPts val="0"/>
              </a:spcBef>
              <a:buNone/>
              <a:defRPr sz="1200" b="0" i="0" u="none" strike="noStrike" cap="none">
                <a:solidFill>
                  <a:srgbClr val="8B8B8B"/>
                </a:solidFill>
                <a:latin typeface="Calibri"/>
                <a:ea typeface="Calibri"/>
                <a:cs typeface="Calibri"/>
                <a:sym typeface="Calibri"/>
              </a:defRPr>
            </a:lvl3pPr>
            <a:lvl4pPr marL="0" marR="0" lvl="3" indent="0" algn="r" rtl="0">
              <a:lnSpc>
                <a:spcPct val="100000"/>
              </a:lnSpc>
              <a:spcBef>
                <a:spcPts val="0"/>
              </a:spcBef>
              <a:buNone/>
              <a:defRPr sz="1200" b="0" i="0" u="none" strike="noStrike" cap="none">
                <a:solidFill>
                  <a:srgbClr val="8B8B8B"/>
                </a:solidFill>
                <a:latin typeface="Calibri"/>
                <a:ea typeface="Calibri"/>
                <a:cs typeface="Calibri"/>
                <a:sym typeface="Calibri"/>
              </a:defRPr>
            </a:lvl4pPr>
            <a:lvl5pPr marL="0" marR="0" lvl="4" indent="0" algn="r" rtl="0">
              <a:lnSpc>
                <a:spcPct val="100000"/>
              </a:lnSpc>
              <a:spcBef>
                <a:spcPts val="0"/>
              </a:spcBef>
              <a:buNone/>
              <a:defRPr sz="1200" b="0" i="0" u="none" strike="noStrike" cap="none">
                <a:solidFill>
                  <a:srgbClr val="8B8B8B"/>
                </a:solidFill>
                <a:latin typeface="Calibri"/>
                <a:ea typeface="Calibri"/>
                <a:cs typeface="Calibri"/>
                <a:sym typeface="Calibri"/>
              </a:defRPr>
            </a:lvl5pPr>
            <a:lvl6pPr marL="0" marR="0" lvl="5" indent="0" algn="r" rtl="0">
              <a:lnSpc>
                <a:spcPct val="100000"/>
              </a:lnSpc>
              <a:spcBef>
                <a:spcPts val="0"/>
              </a:spcBef>
              <a:buNone/>
              <a:defRPr sz="1200" b="0" i="0" u="none" strike="noStrike" cap="none">
                <a:solidFill>
                  <a:srgbClr val="8B8B8B"/>
                </a:solidFill>
                <a:latin typeface="Calibri"/>
                <a:ea typeface="Calibri"/>
                <a:cs typeface="Calibri"/>
                <a:sym typeface="Calibri"/>
              </a:defRPr>
            </a:lvl6pPr>
            <a:lvl7pPr marL="0" marR="0" lvl="6" indent="0" algn="r" rtl="0">
              <a:lnSpc>
                <a:spcPct val="100000"/>
              </a:lnSpc>
              <a:spcBef>
                <a:spcPts val="0"/>
              </a:spcBef>
              <a:buNone/>
              <a:defRPr sz="1200" b="0" i="0" u="none" strike="noStrike" cap="none">
                <a:solidFill>
                  <a:srgbClr val="8B8B8B"/>
                </a:solidFill>
                <a:latin typeface="Calibri"/>
                <a:ea typeface="Calibri"/>
                <a:cs typeface="Calibri"/>
                <a:sym typeface="Calibri"/>
              </a:defRPr>
            </a:lvl7pPr>
            <a:lvl8pPr marL="0" marR="0" lvl="7" indent="0" algn="r" rtl="0">
              <a:lnSpc>
                <a:spcPct val="100000"/>
              </a:lnSpc>
              <a:spcBef>
                <a:spcPts val="0"/>
              </a:spcBef>
              <a:buNone/>
              <a:defRPr sz="1200" b="0" i="0" u="none" strike="noStrike" cap="none">
                <a:solidFill>
                  <a:srgbClr val="8B8B8B"/>
                </a:solidFill>
                <a:latin typeface="Calibri"/>
                <a:ea typeface="Calibri"/>
                <a:cs typeface="Calibri"/>
                <a:sym typeface="Calibri"/>
              </a:defRPr>
            </a:lvl8pPr>
            <a:lvl9pPr marL="0" marR="0" lvl="8" indent="0" algn="r" rtl="0">
              <a:lnSpc>
                <a:spcPct val="100000"/>
              </a:lnSpc>
              <a:spcBef>
                <a:spcPts val="0"/>
              </a:spcBef>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
          <p:cNvSpPr txBox="1"/>
          <p:nvPr/>
        </p:nvSpPr>
        <p:spPr>
          <a:xfrm>
            <a:off x="304800" y="1524000"/>
            <a:ext cx="8839200" cy="14695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400" b="0" i="0" u="none" strike="noStrike" cap="none">
                <a:solidFill>
                  <a:schemeClr val="dk1"/>
                </a:solidFill>
                <a:latin typeface="Arial"/>
                <a:ea typeface="Arial"/>
                <a:cs typeface="Arial"/>
                <a:sym typeface="Arial"/>
              </a:rPr>
              <a:t>Industrial Cum Software Training</a:t>
            </a:r>
            <a:endParaRPr sz="4400" b="0" i="0" u="none" strike="noStrike" cap="none">
              <a:solidFill>
                <a:schemeClr val="dk1"/>
              </a:solidFill>
              <a:latin typeface="Arial"/>
              <a:ea typeface="Arial"/>
              <a:cs typeface="Arial"/>
              <a:sym typeface="Arial"/>
            </a:endParaRPr>
          </a:p>
          <a:p>
            <a:pPr marL="0" lvl="0" indent="0" algn="ctr" rtl="0">
              <a:spcBef>
                <a:spcPts val="0"/>
              </a:spcBef>
              <a:spcAft>
                <a:spcPts val="0"/>
              </a:spcAft>
              <a:buClr>
                <a:schemeClr val="dk1"/>
              </a:buClr>
              <a:buFont typeface="Arial"/>
              <a:buNone/>
            </a:pPr>
            <a:r>
              <a:rPr lang="en-US" sz="4400" b="1">
                <a:solidFill>
                  <a:schemeClr val="dk1"/>
                </a:solidFill>
                <a:latin typeface="Calibri"/>
                <a:ea typeface="Calibri"/>
                <a:cs typeface="Calibri"/>
                <a:sym typeface="Calibri"/>
              </a:rPr>
              <a:t>Session Jan-June 2026</a:t>
            </a:r>
            <a:endParaRPr sz="4400" b="1">
              <a:latin typeface="Calibri"/>
              <a:ea typeface="Calibri"/>
              <a:cs typeface="Calibri"/>
              <a:sym typeface="Calibri"/>
            </a:endParaRPr>
          </a:p>
          <a:p>
            <a:pPr marL="0" marR="0" lvl="0" indent="0" algn="ctr" rtl="0">
              <a:lnSpc>
                <a:spcPct val="100000"/>
              </a:lnSpc>
              <a:spcBef>
                <a:spcPts val="0"/>
              </a:spcBef>
              <a:spcAft>
                <a:spcPts val="0"/>
              </a:spcAft>
              <a:buNone/>
            </a:pPr>
            <a:endParaRPr sz="4400" b="1" i="0" u="none" strike="noStrike" cap="none">
              <a:solidFill>
                <a:srgbClr val="000000"/>
              </a:solidFill>
              <a:latin typeface="Calibri"/>
              <a:ea typeface="Calibri"/>
              <a:cs typeface="Calibri"/>
              <a:sym typeface="Calibri"/>
            </a:endParaRPr>
          </a:p>
        </p:txBody>
      </p:sp>
      <p:sp>
        <p:nvSpPr>
          <p:cNvPr id="122" name="Google Shape;122;p1"/>
          <p:cNvSpPr/>
          <p:nvPr/>
        </p:nvSpPr>
        <p:spPr>
          <a:xfrm>
            <a:off x="1600199" y="4724400"/>
            <a:ext cx="7062019" cy="15350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2400" b="0" i="0" u="none" strike="noStrike" cap="none" dirty="0">
                <a:solidFill>
                  <a:srgbClr val="000000"/>
                </a:solidFill>
                <a:latin typeface="Calibri"/>
                <a:ea typeface="Calibri"/>
                <a:cs typeface="Calibri"/>
                <a:sym typeface="Calibri"/>
              </a:rPr>
              <a:t>Presented By : </a:t>
            </a:r>
            <a:r>
              <a:rPr lang="en-IN" sz="2400" b="0" i="0" u="none" strike="noStrike" cap="none" dirty="0">
                <a:solidFill>
                  <a:srgbClr val="000000"/>
                </a:solidFill>
                <a:latin typeface="Calibri"/>
                <a:ea typeface="Calibri"/>
                <a:cs typeface="Calibri"/>
                <a:sym typeface="Calibri"/>
              </a:rPr>
              <a:t>GURJOT SINGH KALSI</a:t>
            </a:r>
            <a:endParaRPr lang="en-IN" dirty="0"/>
          </a:p>
          <a:p>
            <a:pPr marL="0" marR="0" lvl="0" indent="0" algn="l" rtl="0">
              <a:lnSpc>
                <a:spcPct val="100000"/>
              </a:lnSpc>
              <a:spcBef>
                <a:spcPts val="0"/>
              </a:spcBef>
              <a:spcAft>
                <a:spcPts val="0"/>
              </a:spcAft>
              <a:buNone/>
            </a:pPr>
            <a:r>
              <a:rPr lang="en-US" sz="2400" b="0" i="0" u="none" strike="noStrike" cap="none" dirty="0">
                <a:solidFill>
                  <a:srgbClr val="000000"/>
                </a:solidFill>
                <a:latin typeface="Calibri"/>
                <a:ea typeface="Calibri"/>
                <a:cs typeface="Calibri"/>
                <a:sym typeface="Calibri"/>
              </a:rPr>
              <a:t>Department : COMPUTER SCIENCE &amp; ENGINEERING</a:t>
            </a:r>
            <a:endParaRPr dirty="0"/>
          </a:p>
          <a:p>
            <a:pPr marL="0" marR="0" lvl="0" indent="0" algn="l" rtl="0">
              <a:lnSpc>
                <a:spcPct val="100000"/>
              </a:lnSpc>
              <a:spcBef>
                <a:spcPts val="0"/>
              </a:spcBef>
              <a:spcAft>
                <a:spcPts val="0"/>
              </a:spcAft>
              <a:buNone/>
            </a:pPr>
            <a:r>
              <a:rPr lang="en-US" sz="2400" b="0" i="0" u="none" strike="noStrike" cap="none" dirty="0">
                <a:solidFill>
                  <a:srgbClr val="000000"/>
                </a:solidFill>
                <a:latin typeface="Calibri"/>
                <a:ea typeface="Calibri"/>
                <a:cs typeface="Calibri"/>
                <a:sym typeface="Calibri"/>
              </a:rPr>
              <a:t>Roll Number : 2232098</a:t>
            </a:r>
            <a:endParaRPr sz="2400" b="0" i="0" u="none" strike="noStrike" cap="none" dirty="0">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None/>
            </a:pPr>
            <a:endParaRPr sz="1800" b="0" i="0" u="none" strike="noStrike" cap="none" dirty="0">
              <a:solidFill>
                <a:srgbClr val="000000"/>
              </a:solidFill>
              <a:latin typeface="Calibri"/>
              <a:ea typeface="Calibri"/>
              <a:cs typeface="Calibri"/>
              <a:sym typeface="Calibri"/>
            </a:endParaRPr>
          </a:p>
        </p:txBody>
      </p:sp>
      <p:pic>
        <p:nvPicPr>
          <p:cNvPr id="123" name="Google Shape;123;p1"/>
          <p:cNvPicPr preferRelativeResize="0"/>
          <p:nvPr/>
        </p:nvPicPr>
        <p:blipFill rotWithShape="1">
          <a:blip r:embed="rId3">
            <a:alphaModFix/>
          </a:blip>
          <a:srcRect/>
          <a:stretch/>
        </p:blipFill>
        <p:spPr>
          <a:xfrm>
            <a:off x="7274160" y="0"/>
            <a:ext cx="1869840" cy="1295400"/>
          </a:xfrm>
          <a:prstGeom prst="rect">
            <a:avLst/>
          </a:prstGeom>
          <a:noFill/>
          <a:ln>
            <a:noFill/>
          </a:ln>
        </p:spPr>
      </p:pic>
      <p:sp>
        <p:nvSpPr>
          <p:cNvPr id="124" name="Google Shape;124;p1"/>
          <p:cNvSpPr txBox="1"/>
          <p:nvPr/>
        </p:nvSpPr>
        <p:spPr>
          <a:xfrm>
            <a:off x="304800" y="2819400"/>
            <a:ext cx="8839200" cy="146952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4000" b="1" i="0" u="none" strike="noStrike" cap="none" dirty="0">
                <a:solidFill>
                  <a:srgbClr val="000000"/>
                </a:solidFill>
                <a:latin typeface="Calibri"/>
                <a:ea typeface="Calibri"/>
                <a:cs typeface="Calibri"/>
                <a:sym typeface="Calibri"/>
              </a:rPr>
              <a:t>INFOTECHMON PVT LTD, MOHALI:  </a:t>
            </a:r>
            <a:endParaRPr sz="4000" b="1" i="0" u="none" strike="noStrike" cap="none" dirty="0">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
          <p:cNvSpPr txBox="1"/>
          <p:nvPr/>
        </p:nvSpPr>
        <p:spPr>
          <a:xfrm>
            <a:off x="157316" y="1499520"/>
            <a:ext cx="8829368" cy="1877760"/>
          </a:xfrm>
          <a:prstGeom prst="rect">
            <a:avLst/>
          </a:prstGeom>
          <a:noFill/>
          <a:ln>
            <a:noFill/>
          </a:ln>
        </p:spPr>
        <p:txBody>
          <a:bodyPr spcFirstLastPara="1" wrap="square" lIns="91425" tIns="45700" rIns="91425" bIns="45700" anchor="ctr" anchorCtr="0">
            <a:noAutofit/>
          </a:bodyPr>
          <a:lstStyle/>
          <a:p>
            <a:pPr lvl="0" algn="ctr"/>
            <a:r>
              <a:rPr lang="en-US" sz="4400" dirty="0"/>
              <a:t>LLM-Based Contextual Sentiment Analysis and Data Intelligence System</a:t>
            </a:r>
            <a:endParaRPr sz="4400" b="1" i="0" u="none" strike="noStrike" cap="none" dirty="0">
              <a:solidFill>
                <a:srgbClr val="000000"/>
              </a:solidFill>
              <a:latin typeface="Calibri"/>
              <a:ea typeface="Calibri"/>
              <a:cs typeface="Calibri"/>
              <a:sym typeface="Calibri"/>
            </a:endParaRPr>
          </a:p>
        </p:txBody>
      </p:sp>
      <p:sp>
        <p:nvSpPr>
          <p:cNvPr id="130" name="Google Shape;130;p2"/>
          <p:cNvSpPr/>
          <p:nvPr/>
        </p:nvSpPr>
        <p:spPr>
          <a:xfrm>
            <a:off x="5105400" y="4343400"/>
            <a:ext cx="4038600" cy="10668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800" b="1" i="0" u="none" strike="noStrike" cap="none" dirty="0">
                <a:solidFill>
                  <a:schemeClr val="dk1"/>
                </a:solidFill>
                <a:latin typeface="Arial"/>
                <a:ea typeface="Arial"/>
                <a:cs typeface="Arial"/>
                <a:sym typeface="Arial"/>
              </a:rPr>
              <a:t>Supervisor Name :</a:t>
            </a:r>
            <a:endParaRPr dirty="0"/>
          </a:p>
          <a:p>
            <a:pPr marL="0" marR="0" lvl="0" indent="0" algn="l" rtl="0">
              <a:lnSpc>
                <a:spcPct val="100000"/>
              </a:lnSpc>
              <a:spcBef>
                <a:spcPts val="0"/>
              </a:spcBef>
              <a:spcAft>
                <a:spcPts val="0"/>
              </a:spcAft>
              <a:buNone/>
            </a:pPr>
            <a:r>
              <a:rPr lang="en-US" sz="1800" b="1" i="0" u="none" strike="noStrike" cap="none" dirty="0">
                <a:solidFill>
                  <a:schemeClr val="dk1"/>
                </a:solidFill>
                <a:latin typeface="Arial"/>
                <a:ea typeface="Arial"/>
                <a:cs typeface="Arial"/>
                <a:sym typeface="Arial"/>
              </a:rPr>
              <a:t>Designation : </a:t>
            </a:r>
            <a:endParaRPr dirty="0"/>
          </a:p>
          <a:p>
            <a:pPr marL="0" marR="0" lvl="0" indent="0" algn="l" rtl="0">
              <a:lnSpc>
                <a:spcPct val="100000"/>
              </a:lnSpc>
              <a:spcBef>
                <a:spcPts val="0"/>
              </a:spcBef>
              <a:spcAft>
                <a:spcPts val="0"/>
              </a:spcAft>
              <a:buNone/>
            </a:pPr>
            <a:r>
              <a:rPr lang="en-US" sz="1800" b="1" i="0" u="none" strike="noStrike" cap="none" dirty="0">
                <a:solidFill>
                  <a:schemeClr val="dk1"/>
                </a:solidFill>
                <a:latin typeface="Arial"/>
                <a:ea typeface="Arial"/>
                <a:cs typeface="Arial"/>
                <a:sym typeface="Arial"/>
              </a:rPr>
              <a:t>Organization : </a:t>
            </a:r>
            <a:endParaRPr sz="1800" b="0" i="0" u="none" strike="noStrike" cap="none" dirty="0">
              <a:solidFill>
                <a:schemeClr val="dk1"/>
              </a:solidFill>
              <a:latin typeface="Arial"/>
              <a:ea typeface="Arial"/>
              <a:cs typeface="Arial"/>
              <a:sym typeface="Arial"/>
            </a:endParaRPr>
          </a:p>
        </p:txBody>
      </p:sp>
      <p:sp>
        <p:nvSpPr>
          <p:cNvPr id="131" name="Google Shape;131;p2"/>
          <p:cNvSpPr/>
          <p:nvPr/>
        </p:nvSpPr>
        <p:spPr>
          <a:xfrm>
            <a:off x="228600" y="4419600"/>
            <a:ext cx="4648200" cy="10668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800" b="1" i="0" u="none" strike="noStrike" cap="none" dirty="0">
                <a:solidFill>
                  <a:schemeClr val="dk1"/>
                </a:solidFill>
                <a:latin typeface="Arial"/>
                <a:ea typeface="Arial"/>
                <a:cs typeface="Arial"/>
                <a:sym typeface="Arial"/>
              </a:rPr>
              <a:t>Faculty Mentor Name : Anmol rana</a:t>
            </a:r>
            <a:endParaRPr dirty="0"/>
          </a:p>
          <a:p>
            <a:pPr marL="0" marR="0" lvl="0" indent="0" algn="l" rtl="0">
              <a:lnSpc>
                <a:spcPct val="100000"/>
              </a:lnSpc>
              <a:spcBef>
                <a:spcPts val="0"/>
              </a:spcBef>
              <a:spcAft>
                <a:spcPts val="0"/>
              </a:spcAft>
              <a:buNone/>
            </a:pPr>
            <a:r>
              <a:rPr lang="en-US" sz="1800" b="1" i="0" u="none" strike="noStrike" cap="none" dirty="0">
                <a:solidFill>
                  <a:schemeClr val="dk1"/>
                </a:solidFill>
                <a:latin typeface="Arial"/>
                <a:ea typeface="Arial"/>
                <a:cs typeface="Arial"/>
                <a:sym typeface="Arial"/>
              </a:rPr>
              <a:t>Designation : python instructor</a:t>
            </a:r>
            <a:endParaRPr dirty="0"/>
          </a:p>
          <a:p>
            <a:pPr marL="0" marR="0" lvl="0" indent="0" algn="l" rtl="0">
              <a:lnSpc>
                <a:spcPct val="100000"/>
              </a:lnSpc>
              <a:spcBef>
                <a:spcPts val="0"/>
              </a:spcBef>
              <a:spcAft>
                <a:spcPts val="0"/>
              </a:spcAft>
              <a:buNone/>
            </a:pPr>
            <a:r>
              <a:rPr lang="en-US" sz="1800" b="1" i="0" u="none" strike="noStrike" cap="none" dirty="0">
                <a:solidFill>
                  <a:schemeClr val="dk1"/>
                </a:solidFill>
                <a:latin typeface="Arial"/>
                <a:ea typeface="Arial"/>
                <a:cs typeface="Arial"/>
                <a:sym typeface="Arial"/>
              </a:rPr>
              <a:t>Organization : </a:t>
            </a:r>
            <a:r>
              <a:rPr lang="en-US" sz="1800" b="1" dirty="0" err="1">
                <a:solidFill>
                  <a:schemeClr val="dk1"/>
                </a:solidFill>
              </a:rPr>
              <a:t>I</a:t>
            </a:r>
            <a:r>
              <a:rPr lang="en-US" sz="1800" b="1" i="0" u="none" strike="noStrike" cap="none" dirty="0" err="1">
                <a:solidFill>
                  <a:schemeClr val="dk1"/>
                </a:solidFill>
                <a:latin typeface="Arial"/>
                <a:ea typeface="Arial"/>
                <a:cs typeface="Arial"/>
                <a:sym typeface="Arial"/>
              </a:rPr>
              <a:t>nfotechmon</a:t>
            </a:r>
            <a:endParaRPr sz="18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1800" b="1"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1800" b="1"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dirty="0">
              <a:solidFill>
                <a:schemeClr val="dk1"/>
              </a:solidFill>
              <a:latin typeface="Arial"/>
              <a:ea typeface="Arial"/>
              <a:cs typeface="Arial"/>
              <a:sym typeface="Arial"/>
            </a:endParaRPr>
          </a:p>
        </p:txBody>
      </p:sp>
      <p:pic>
        <p:nvPicPr>
          <p:cNvPr id="132" name="Google Shape;132;p2"/>
          <p:cNvPicPr preferRelativeResize="0"/>
          <p:nvPr/>
        </p:nvPicPr>
        <p:blipFill rotWithShape="1">
          <a:blip r:embed="rId3">
            <a:alphaModFix/>
          </a:blip>
          <a:srcRect/>
          <a:stretch/>
        </p:blipFill>
        <p:spPr>
          <a:xfrm>
            <a:off x="7274160" y="0"/>
            <a:ext cx="1869840" cy="1295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p:nvPr/>
        </p:nvSpPr>
        <p:spPr>
          <a:xfrm>
            <a:off x="228600" y="228600"/>
            <a:ext cx="8229240" cy="1142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4000" b="1" i="0" u="none" strike="noStrike" cap="none">
                <a:solidFill>
                  <a:schemeClr val="dk1"/>
                </a:solidFill>
                <a:latin typeface="Arial"/>
                <a:ea typeface="Arial"/>
                <a:cs typeface="Arial"/>
                <a:sym typeface="Arial"/>
              </a:rPr>
              <a:t>Profile of Industry </a:t>
            </a:r>
            <a:endParaRPr sz="4000">
              <a:solidFill>
                <a:schemeClr val="dk1"/>
              </a:solidFill>
              <a:latin typeface="Arial"/>
              <a:ea typeface="Arial"/>
              <a:cs typeface="Arial"/>
              <a:sym typeface="Arial"/>
            </a:endParaRPr>
          </a:p>
        </p:txBody>
      </p:sp>
      <p:pic>
        <p:nvPicPr>
          <p:cNvPr id="146" name="Google Shape;146;p4"/>
          <p:cNvPicPr preferRelativeResize="0"/>
          <p:nvPr/>
        </p:nvPicPr>
        <p:blipFill rotWithShape="1">
          <a:blip r:embed="rId3">
            <a:alphaModFix/>
          </a:blip>
          <a:srcRect/>
          <a:stretch/>
        </p:blipFill>
        <p:spPr>
          <a:xfrm>
            <a:off x="7274160" y="0"/>
            <a:ext cx="1869840" cy="1295400"/>
          </a:xfrm>
          <a:prstGeom prst="rect">
            <a:avLst/>
          </a:prstGeom>
          <a:noFill/>
          <a:ln>
            <a:noFill/>
          </a:ln>
        </p:spPr>
      </p:pic>
      <p:sp>
        <p:nvSpPr>
          <p:cNvPr id="6" name="Rectangle 5">
            <a:extLst>
              <a:ext uri="{FF2B5EF4-FFF2-40B4-BE49-F238E27FC236}">
                <a16:creationId xmlns:a16="http://schemas.microsoft.com/office/drawing/2014/main" id="{9E0ED2E2-F717-E8E4-BCC3-A9E519B674EA}"/>
              </a:ext>
            </a:extLst>
          </p:cNvPr>
          <p:cNvSpPr>
            <a:spLocks noChangeArrowheads="1"/>
          </p:cNvSpPr>
          <p:nvPr/>
        </p:nvSpPr>
        <p:spPr bwMode="auto">
          <a:xfrm>
            <a:off x="228600" y="1502556"/>
            <a:ext cx="8651240"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The project belongs to the </a:t>
            </a:r>
            <a:r>
              <a:rPr kumimoji="0" lang="en-US" altLang="en-US" sz="2000" b="1" i="0" u="none" strike="noStrike" cap="none" normalizeH="0" baseline="0" dirty="0">
                <a:ln>
                  <a:noFill/>
                </a:ln>
                <a:solidFill>
                  <a:schemeClr val="tx1"/>
                </a:solidFill>
                <a:effectLst/>
                <a:latin typeface="Arial" panose="020B0604020202020204" pitchFamily="34" charset="0"/>
              </a:rPr>
              <a:t>LLM-powered Data Analytics industry</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Uses </a:t>
            </a:r>
            <a:r>
              <a:rPr kumimoji="0" lang="en-US" altLang="en-US" sz="2000" b="1" i="0" u="none" strike="noStrike" cap="none" normalizeH="0" baseline="0" dirty="0">
                <a:ln>
                  <a:noFill/>
                </a:ln>
                <a:solidFill>
                  <a:schemeClr val="tx1"/>
                </a:solidFill>
                <a:effectLst/>
                <a:latin typeface="Arial" panose="020B0604020202020204" pitchFamily="34" charset="0"/>
              </a:rPr>
              <a:t>Large Language Models (LLMs)</a:t>
            </a:r>
            <a:r>
              <a:rPr kumimoji="0" lang="en-US" altLang="en-US" sz="2000" b="0" i="0" u="none" strike="noStrike" cap="none" normalizeH="0" baseline="0" dirty="0">
                <a:ln>
                  <a:noFill/>
                </a:ln>
                <a:solidFill>
                  <a:schemeClr val="tx1"/>
                </a:solidFill>
                <a:effectLst/>
                <a:latin typeface="Arial" panose="020B0604020202020204" pitchFamily="34" charset="0"/>
              </a:rPr>
              <a:t> to automate data interpretation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Combines: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Natural Language Processing (NLP)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Database querying (SQL)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Used in: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Customer feedback analysis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Business intelligence dashboards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Represents a shift from </a:t>
            </a:r>
            <a:r>
              <a:rPr kumimoji="0" lang="en-US" altLang="en-US" sz="2000" b="1" i="0" u="none" strike="noStrike" cap="none" normalizeH="0" baseline="0" dirty="0">
                <a:ln>
                  <a:noFill/>
                </a:ln>
                <a:solidFill>
                  <a:schemeClr val="tx1"/>
                </a:solidFill>
                <a:effectLst/>
                <a:latin typeface="Arial" panose="020B0604020202020204" pitchFamily="34" charset="0"/>
              </a:rPr>
              <a:t>manual analytics → AI-assisted analytics systems</a:t>
            </a:r>
            <a:r>
              <a:rPr kumimoji="0" lang="en-US" altLang="en-US" sz="20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5"/>
          <p:cNvSpPr txBox="1"/>
          <p:nvPr/>
        </p:nvSpPr>
        <p:spPr>
          <a:xfrm>
            <a:off x="-279400" y="381000"/>
            <a:ext cx="8229240" cy="114264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4000" b="1" dirty="0">
                <a:solidFill>
                  <a:schemeClr val="dk1"/>
                </a:solidFill>
                <a:latin typeface="Arial"/>
                <a:ea typeface="Arial"/>
                <a:cs typeface="Arial"/>
                <a:sym typeface="Arial"/>
              </a:rPr>
              <a:t>Description of Technical Departments of organization</a:t>
            </a:r>
            <a:endParaRPr sz="4000" b="0" strike="noStrike" dirty="0">
              <a:solidFill>
                <a:srgbClr val="000000"/>
              </a:solidFill>
              <a:latin typeface="Calibri"/>
              <a:ea typeface="Calibri"/>
              <a:cs typeface="Calibri"/>
              <a:sym typeface="Calibri"/>
            </a:endParaRPr>
          </a:p>
        </p:txBody>
      </p:sp>
      <p:pic>
        <p:nvPicPr>
          <p:cNvPr id="153" name="Google Shape;153;p5"/>
          <p:cNvPicPr preferRelativeResize="0"/>
          <p:nvPr/>
        </p:nvPicPr>
        <p:blipFill rotWithShape="1">
          <a:blip r:embed="rId3">
            <a:alphaModFix/>
          </a:blip>
          <a:srcRect/>
          <a:stretch/>
        </p:blipFill>
        <p:spPr>
          <a:xfrm>
            <a:off x="7274160" y="0"/>
            <a:ext cx="1869840" cy="1295400"/>
          </a:xfrm>
          <a:prstGeom prst="rect">
            <a:avLst/>
          </a:prstGeom>
          <a:noFill/>
          <a:ln>
            <a:noFill/>
          </a:ln>
        </p:spPr>
      </p:pic>
      <p:sp>
        <p:nvSpPr>
          <p:cNvPr id="2" name="Rectangle 1">
            <a:extLst>
              <a:ext uri="{FF2B5EF4-FFF2-40B4-BE49-F238E27FC236}">
                <a16:creationId xmlns:a16="http://schemas.microsoft.com/office/drawing/2014/main" id="{74F0D7CF-E6EB-9FB0-E2BC-E38ADA45F51A}"/>
              </a:ext>
            </a:extLst>
          </p:cNvPr>
          <p:cNvSpPr>
            <a:spLocks noChangeArrowheads="1"/>
          </p:cNvSpPr>
          <p:nvPr/>
        </p:nvSpPr>
        <p:spPr bwMode="auto">
          <a:xfrm>
            <a:off x="213360" y="1845677"/>
            <a:ext cx="8717280" cy="4570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err="1">
                <a:ln>
                  <a:noFill/>
                </a:ln>
                <a:solidFill>
                  <a:schemeClr val="tx1"/>
                </a:solidFill>
                <a:effectLst/>
                <a:latin typeface="Arial" panose="020B0604020202020204" pitchFamily="34" charset="0"/>
              </a:rPr>
              <a:t>Infotechmon</a:t>
            </a:r>
            <a:r>
              <a:rPr kumimoji="0" lang="en-US" altLang="en-US" sz="1800" b="1" i="0" u="none" strike="noStrike" cap="none" normalizeH="0" baseline="0" dirty="0">
                <a:ln>
                  <a:noFill/>
                </a:ln>
                <a:solidFill>
                  <a:schemeClr val="tx1"/>
                </a:solidFill>
                <a:effectLst/>
                <a:latin typeface="Arial" panose="020B0604020202020204" pitchFamily="34" charset="0"/>
              </a:rPr>
              <a:t> Private Limited (ITM)</a:t>
            </a:r>
            <a:r>
              <a:rPr kumimoji="0" lang="en-US" altLang="en-US" sz="1800" b="0" i="0" u="none" strike="noStrike" cap="none" normalizeH="0" baseline="0" dirty="0">
                <a:ln>
                  <a:noFill/>
                </a:ln>
                <a:solidFill>
                  <a:schemeClr val="tx1"/>
                </a:solidFill>
                <a:effectLst/>
                <a:latin typeface="Arial" panose="020B0604020202020204" pitchFamily="34" charset="0"/>
              </a:rPr>
              <a:t> is an </a:t>
            </a:r>
            <a:r>
              <a:rPr kumimoji="0" lang="en-US" altLang="en-US" sz="1800" b="1" i="0" u="none" strike="noStrike" cap="none" normalizeH="0" baseline="0" dirty="0">
                <a:ln>
                  <a:noFill/>
                </a:ln>
                <a:solidFill>
                  <a:schemeClr val="tx1"/>
                </a:solidFill>
                <a:effectLst/>
                <a:latin typeface="Arial" panose="020B0604020202020204" pitchFamily="34" charset="0"/>
              </a:rPr>
              <a:t>ISO 9001:2015 certified</a:t>
            </a:r>
            <a:r>
              <a:rPr kumimoji="0" lang="en-US" altLang="en-US" sz="1800" b="0" i="0" u="none" strike="noStrike" cap="none" normalizeH="0" baseline="0" dirty="0">
                <a:ln>
                  <a:noFill/>
                </a:ln>
                <a:solidFill>
                  <a:schemeClr val="tx1"/>
                </a:solidFill>
                <a:effectLst/>
                <a:latin typeface="Arial" panose="020B0604020202020204" pitchFamily="34" charset="0"/>
              </a:rPr>
              <a:t> technology solutions provider and industrial training institution based in Mohali. We bridge the gap between academic learning and industry requirements through high-end software development services and comprehensive technical education.</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700" b="1"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1" i="0" u="none" strike="noStrike" cap="none" normalizeH="0" baseline="0" dirty="0">
                <a:ln>
                  <a:noFill/>
                </a:ln>
                <a:solidFill>
                  <a:schemeClr val="tx1"/>
                </a:solidFill>
                <a:effectLst/>
                <a:latin typeface="Arial" panose="020B0604020202020204" pitchFamily="34" charset="0"/>
              </a:rPr>
              <a:t>Software &amp; Web Engineering:</a:t>
            </a:r>
            <a:r>
              <a:rPr kumimoji="0" lang="en-US" altLang="en-US" sz="1600" b="0" i="0" u="none" strike="noStrike" cap="none" normalizeH="0" baseline="0" dirty="0">
                <a:ln>
                  <a:noFill/>
                </a:ln>
                <a:solidFill>
                  <a:schemeClr val="tx1"/>
                </a:solidFill>
                <a:effectLst/>
                <a:latin typeface="Arial" panose="020B0604020202020204" pitchFamily="34" charset="0"/>
              </a:rPr>
              <a:t> Specializing in Full Stack Development, Custom Web Designing, E-commerce solutions, and CMS development.</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1" i="0" u="none" strike="noStrike" cap="none" normalizeH="0" baseline="0" dirty="0">
                <a:ln>
                  <a:noFill/>
                </a:ln>
                <a:solidFill>
                  <a:schemeClr val="tx1"/>
                </a:solidFill>
                <a:effectLst/>
                <a:latin typeface="Arial" panose="020B0604020202020204" pitchFamily="34" charset="0"/>
              </a:rPr>
              <a:t>Digital Intelligence &amp; Marketing:</a:t>
            </a:r>
            <a:r>
              <a:rPr kumimoji="0" lang="en-US" altLang="en-US" sz="1600" b="0" i="0" u="none" strike="noStrike" cap="none" normalizeH="0" baseline="0" dirty="0">
                <a:ln>
                  <a:noFill/>
                </a:ln>
                <a:solidFill>
                  <a:schemeClr val="tx1"/>
                </a:solidFill>
                <a:effectLst/>
                <a:latin typeface="Arial" panose="020B0604020202020204" pitchFamily="34" charset="0"/>
              </a:rPr>
              <a:t> Focused on Search Engine Optimization (SEO), Social Media Marketing, and data-driven digital growth strategies.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1" i="0" u="none" strike="noStrike" cap="none" normalizeH="0" baseline="0" dirty="0">
                <a:ln>
                  <a:noFill/>
                </a:ln>
                <a:solidFill>
                  <a:schemeClr val="tx1"/>
                </a:solidFill>
                <a:effectLst/>
                <a:latin typeface="Arial" panose="020B0604020202020204" pitchFamily="34" charset="0"/>
              </a:rPr>
              <a:t>Industrial Automation &amp; Core Engineering:</a:t>
            </a:r>
            <a:r>
              <a:rPr kumimoji="0" lang="en-US" altLang="en-US" sz="1600" b="0" i="0" u="none" strike="noStrike" cap="none" normalizeH="0" baseline="0" dirty="0">
                <a:ln>
                  <a:noFill/>
                </a:ln>
                <a:solidFill>
                  <a:schemeClr val="tx1"/>
                </a:solidFill>
                <a:effectLst/>
                <a:latin typeface="Arial" panose="020B0604020202020204" pitchFamily="34" charset="0"/>
              </a:rPr>
              <a:t> Providing specialized technical solutions and training in MATLAB, IoT, Robotics, and Embedded Systems.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1" i="0" u="none" strike="noStrike" cap="none" normalizeH="0" baseline="0" dirty="0">
                <a:ln>
                  <a:noFill/>
                </a:ln>
                <a:solidFill>
                  <a:schemeClr val="tx1"/>
                </a:solidFill>
                <a:effectLst/>
                <a:latin typeface="Arial" panose="020B0604020202020204" pitchFamily="34" charset="0"/>
              </a:rPr>
              <a:t>Design &amp; Infrastructure:</a:t>
            </a:r>
            <a:r>
              <a:rPr kumimoji="0" lang="en-US" altLang="en-US" sz="1600" b="0" i="0" u="none" strike="noStrike" cap="none" normalizeH="0" baseline="0" dirty="0">
                <a:ln>
                  <a:noFill/>
                </a:ln>
                <a:solidFill>
                  <a:schemeClr val="tx1"/>
                </a:solidFill>
                <a:effectLst/>
                <a:latin typeface="Arial" panose="020B0604020202020204" pitchFamily="34" charset="0"/>
              </a:rPr>
              <a:t> Expertise in CAD/CAM/CAE tools, including AutoCAD, Revit, ANSYS, and CATIA for mechanical and civil architecture.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p:nvPr/>
        </p:nvSpPr>
        <p:spPr>
          <a:xfrm>
            <a:off x="-381000" y="0"/>
            <a:ext cx="8229240" cy="114264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4000" b="1">
                <a:solidFill>
                  <a:schemeClr val="dk1"/>
                </a:solidFill>
                <a:latin typeface="Arial"/>
                <a:ea typeface="Arial"/>
                <a:cs typeface="Arial"/>
                <a:sym typeface="Arial"/>
              </a:rPr>
              <a:t>Introduction to Software</a:t>
            </a:r>
            <a:endParaRPr sz="4000" b="0" strike="noStrike">
              <a:solidFill>
                <a:srgbClr val="000000"/>
              </a:solidFill>
              <a:latin typeface="Calibri"/>
              <a:ea typeface="Calibri"/>
              <a:cs typeface="Calibri"/>
              <a:sym typeface="Calibri"/>
            </a:endParaRPr>
          </a:p>
        </p:txBody>
      </p:sp>
      <p:sp>
        <p:nvSpPr>
          <p:cNvPr id="160" name="Google Shape;160;p6"/>
          <p:cNvSpPr txBox="1"/>
          <p:nvPr/>
        </p:nvSpPr>
        <p:spPr>
          <a:xfrm>
            <a:off x="304800" y="1676400"/>
            <a:ext cx="85344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161" name="Google Shape;161;p6"/>
          <p:cNvPicPr preferRelativeResize="0"/>
          <p:nvPr/>
        </p:nvPicPr>
        <p:blipFill rotWithShape="1">
          <a:blip r:embed="rId3">
            <a:alphaModFix/>
          </a:blip>
          <a:srcRect/>
          <a:stretch/>
        </p:blipFill>
        <p:spPr>
          <a:xfrm>
            <a:off x="7274160" y="0"/>
            <a:ext cx="1869840" cy="1295400"/>
          </a:xfrm>
          <a:prstGeom prst="rect">
            <a:avLst/>
          </a:prstGeom>
          <a:noFill/>
          <a:ln>
            <a:noFill/>
          </a:ln>
        </p:spPr>
      </p:pic>
      <p:sp>
        <p:nvSpPr>
          <p:cNvPr id="3" name="Rectangle 2">
            <a:extLst>
              <a:ext uri="{FF2B5EF4-FFF2-40B4-BE49-F238E27FC236}">
                <a16:creationId xmlns:a16="http://schemas.microsoft.com/office/drawing/2014/main" id="{734072A8-E22F-E4B2-9D27-9A20E7997904}"/>
              </a:ext>
            </a:extLst>
          </p:cNvPr>
          <p:cNvSpPr>
            <a:spLocks noChangeArrowheads="1"/>
          </p:cNvSpPr>
          <p:nvPr/>
        </p:nvSpPr>
        <p:spPr bwMode="auto">
          <a:xfrm>
            <a:off x="223520" y="1018550"/>
            <a:ext cx="7848240" cy="5601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Arial" panose="020B0604020202020204" pitchFamily="34" charset="0"/>
              </a:rPr>
              <a:t>Gemini 2.5 Flash LLM (Core Intelligence Engine)</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Performs: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Sentiment analysis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Insight generation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Fast response, suitable for real-time analytics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Arial" panose="020B0604020202020204" pitchFamily="34" charset="0"/>
              </a:rPr>
              <a:t>Python + </a:t>
            </a:r>
            <a:r>
              <a:rPr kumimoji="0" lang="en-US" altLang="en-US" sz="2000" b="1" i="0" u="none" strike="noStrike" cap="none" normalizeH="0" baseline="0" dirty="0" err="1">
                <a:ln>
                  <a:noFill/>
                </a:ln>
                <a:solidFill>
                  <a:schemeClr val="tx1"/>
                </a:solidFill>
                <a:effectLst/>
                <a:latin typeface="Arial" panose="020B0604020202020204" pitchFamily="34" charset="0"/>
              </a:rPr>
              <a:t>FastAPI</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Manages LLM requests and system workflow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Handles API calls and processing logic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Arial" panose="020B0604020202020204" pitchFamily="34" charset="0"/>
              </a:rPr>
              <a:t>PostgreSQL</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Stores structured outputs from LLM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Enables SQL-based analysis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Arial" panose="020B0604020202020204" pitchFamily="34" charset="0"/>
              </a:rPr>
              <a:t>Redis</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Caches intermediate states for faster processing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err="1">
                <a:ln>
                  <a:noFill/>
                </a:ln>
                <a:solidFill>
                  <a:schemeClr val="tx1"/>
                </a:solidFill>
                <a:effectLst/>
                <a:latin typeface="Arial" panose="020B0604020202020204" pitchFamily="34" charset="0"/>
              </a:rPr>
              <a:t>MinIO</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Stores dataset files separately (CSV, text data)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Arial" panose="020B0604020202020204" pitchFamily="34" charset="0"/>
              </a:rPr>
              <a:t>React + Vite</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Displays results visually to user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7"/>
          <p:cNvSpPr txBox="1"/>
          <p:nvPr/>
        </p:nvSpPr>
        <p:spPr>
          <a:xfrm>
            <a:off x="-381000" y="381000"/>
            <a:ext cx="8229240" cy="114264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4000" b="1">
                <a:solidFill>
                  <a:schemeClr val="dk1"/>
                </a:solidFill>
                <a:latin typeface="Arial"/>
                <a:ea typeface="Arial"/>
                <a:cs typeface="Arial"/>
                <a:sym typeface="Arial"/>
              </a:rPr>
              <a:t>Introduction to Project</a:t>
            </a:r>
            <a:endParaRPr sz="4000" b="0" strike="noStrike">
              <a:solidFill>
                <a:srgbClr val="000000"/>
              </a:solidFill>
              <a:latin typeface="Calibri"/>
              <a:ea typeface="Calibri"/>
              <a:cs typeface="Calibri"/>
              <a:sym typeface="Calibri"/>
            </a:endParaRPr>
          </a:p>
        </p:txBody>
      </p:sp>
      <p:sp>
        <p:nvSpPr>
          <p:cNvPr id="167" name="Google Shape;167;p7"/>
          <p:cNvSpPr txBox="1"/>
          <p:nvPr/>
        </p:nvSpPr>
        <p:spPr>
          <a:xfrm>
            <a:off x="457200" y="1600200"/>
            <a:ext cx="8229240" cy="452556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3200" b="0" strike="noStrike">
              <a:solidFill>
                <a:srgbClr val="000000"/>
              </a:solidFill>
              <a:latin typeface="Calibri"/>
              <a:ea typeface="Calibri"/>
              <a:cs typeface="Calibri"/>
              <a:sym typeface="Calibri"/>
            </a:endParaRPr>
          </a:p>
        </p:txBody>
      </p:sp>
      <p:pic>
        <p:nvPicPr>
          <p:cNvPr id="168" name="Google Shape;168;p7"/>
          <p:cNvPicPr preferRelativeResize="0"/>
          <p:nvPr/>
        </p:nvPicPr>
        <p:blipFill rotWithShape="1">
          <a:blip r:embed="rId3">
            <a:alphaModFix/>
          </a:blip>
          <a:srcRect/>
          <a:stretch/>
        </p:blipFill>
        <p:spPr>
          <a:xfrm>
            <a:off x="7274160" y="0"/>
            <a:ext cx="1869840" cy="1295400"/>
          </a:xfrm>
          <a:prstGeom prst="rect">
            <a:avLst/>
          </a:prstGeom>
          <a:noFill/>
          <a:ln>
            <a:noFill/>
          </a:ln>
        </p:spPr>
      </p:pic>
      <p:sp>
        <p:nvSpPr>
          <p:cNvPr id="2" name="Rectangle 1">
            <a:extLst>
              <a:ext uri="{FF2B5EF4-FFF2-40B4-BE49-F238E27FC236}">
                <a16:creationId xmlns:a16="http://schemas.microsoft.com/office/drawing/2014/main" id="{87415351-5D16-60FA-5B32-24922D169DFE}"/>
              </a:ext>
            </a:extLst>
          </p:cNvPr>
          <p:cNvSpPr>
            <a:spLocks noChangeArrowheads="1"/>
          </p:cNvSpPr>
          <p:nvPr/>
        </p:nvSpPr>
        <p:spPr bwMode="auto">
          <a:xfrm>
            <a:off x="162200" y="1295400"/>
            <a:ext cx="8524240"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This project is an </a:t>
            </a:r>
            <a:r>
              <a:rPr kumimoji="0" lang="en-US" altLang="en-US" sz="2000" b="1" i="0" u="none" strike="noStrike" cap="none" normalizeH="0" baseline="0" dirty="0">
                <a:ln>
                  <a:noFill/>
                </a:ln>
                <a:solidFill>
                  <a:schemeClr val="tx1"/>
                </a:solidFill>
                <a:effectLst/>
                <a:latin typeface="Arial" panose="020B0604020202020204" pitchFamily="34" charset="0"/>
              </a:rPr>
              <a:t>LLM-based data analytics system using Gemini 2.5 Flash</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Designed to convert raw datasets into meaningful insights automatically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Workflow: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User uploads dataset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Data is stored and processed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LLM analyzes text records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System generates: </a:t>
            </a:r>
          </a:p>
          <a:p>
            <a:pPr marL="800100" marR="0" lvl="1"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Arial" panose="020B0604020202020204" pitchFamily="34" charset="0"/>
              </a:rPr>
              <a:t>Sentiment labels </a:t>
            </a:r>
          </a:p>
          <a:p>
            <a:pPr marL="800100" marR="0" lvl="1"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Arial" panose="020B0604020202020204" pitchFamily="34" charset="0"/>
              </a:rPr>
              <a:t>Analytical insights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Combines </a:t>
            </a:r>
            <a:r>
              <a:rPr kumimoji="0" lang="en-US" altLang="en-US" sz="2000" b="1" i="0" u="none" strike="noStrike" cap="none" normalizeH="0" baseline="0" dirty="0">
                <a:ln>
                  <a:noFill/>
                </a:ln>
                <a:solidFill>
                  <a:schemeClr val="tx1"/>
                </a:solidFill>
                <a:effectLst/>
                <a:latin typeface="Arial" panose="020B0604020202020204" pitchFamily="34" charset="0"/>
              </a:rPr>
              <a:t>LLM reasoning + SQL querying + visualization</a:t>
            </a:r>
            <a:r>
              <a:rPr kumimoji="0" lang="en-US" altLang="en-US" sz="20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2">
          <a:extLst>
            <a:ext uri="{FF2B5EF4-FFF2-40B4-BE49-F238E27FC236}">
              <a16:creationId xmlns:a16="http://schemas.microsoft.com/office/drawing/2014/main" id="{8D34D928-C5E1-368E-5CAB-1686251328E6}"/>
            </a:ext>
          </a:extLst>
        </p:cNvPr>
        <p:cNvGrpSpPr/>
        <p:nvPr/>
      </p:nvGrpSpPr>
      <p:grpSpPr>
        <a:xfrm>
          <a:off x="0" y="0"/>
          <a:ext cx="0" cy="0"/>
          <a:chOff x="0" y="0"/>
          <a:chExt cx="0" cy="0"/>
        </a:xfrm>
      </p:grpSpPr>
      <p:sp>
        <p:nvSpPr>
          <p:cNvPr id="173" name="Google Shape;173;p8">
            <a:extLst>
              <a:ext uri="{FF2B5EF4-FFF2-40B4-BE49-F238E27FC236}">
                <a16:creationId xmlns:a16="http://schemas.microsoft.com/office/drawing/2014/main" id="{0DB7A085-0702-92F6-A458-B22096334B5E}"/>
              </a:ext>
            </a:extLst>
          </p:cNvPr>
          <p:cNvSpPr txBox="1">
            <a:spLocks noGrp="1"/>
          </p:cNvSpPr>
          <p:nvPr>
            <p:ph type="title"/>
          </p:nvPr>
        </p:nvSpPr>
        <p:spPr>
          <a:xfrm>
            <a:off x="457200" y="274680"/>
            <a:ext cx="2758440" cy="115788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600" b="1" dirty="0">
                <a:solidFill>
                  <a:schemeClr val="tx1"/>
                </a:solidFill>
              </a:rPr>
              <a:t>DFD’s / ER Diagram</a:t>
            </a:r>
            <a:endParaRPr sz="3600" b="1" dirty="0">
              <a:solidFill>
                <a:schemeClr val="tx1"/>
              </a:solidFill>
            </a:endParaRPr>
          </a:p>
        </p:txBody>
      </p:sp>
      <p:pic>
        <p:nvPicPr>
          <p:cNvPr id="174" name="Google Shape;174;p8">
            <a:extLst>
              <a:ext uri="{FF2B5EF4-FFF2-40B4-BE49-F238E27FC236}">
                <a16:creationId xmlns:a16="http://schemas.microsoft.com/office/drawing/2014/main" id="{4AD4B883-A2EF-0ABB-9DE3-F6885328C430}"/>
              </a:ext>
            </a:extLst>
          </p:cNvPr>
          <p:cNvPicPr preferRelativeResize="0"/>
          <p:nvPr/>
        </p:nvPicPr>
        <p:blipFill rotWithShape="1">
          <a:blip r:embed="rId3">
            <a:alphaModFix/>
          </a:blip>
          <a:srcRect/>
          <a:stretch/>
        </p:blipFill>
        <p:spPr>
          <a:xfrm>
            <a:off x="7274160" y="0"/>
            <a:ext cx="1869840" cy="1295400"/>
          </a:xfrm>
          <a:prstGeom prst="rect">
            <a:avLst/>
          </a:prstGeom>
          <a:noFill/>
          <a:ln>
            <a:noFill/>
          </a:ln>
        </p:spPr>
      </p:pic>
      <p:pic>
        <p:nvPicPr>
          <p:cNvPr id="6" name="Picture 5">
            <a:extLst>
              <a:ext uri="{FF2B5EF4-FFF2-40B4-BE49-F238E27FC236}">
                <a16:creationId xmlns:a16="http://schemas.microsoft.com/office/drawing/2014/main" id="{EEDB4E94-A0A1-1FB2-4A83-8B0BE592C611}"/>
              </a:ext>
            </a:extLst>
          </p:cNvPr>
          <p:cNvPicPr>
            <a:picLocks noChangeAspect="1"/>
          </p:cNvPicPr>
          <p:nvPr/>
        </p:nvPicPr>
        <p:blipFill>
          <a:blip r:embed="rId4"/>
          <a:stretch>
            <a:fillRect/>
          </a:stretch>
        </p:blipFill>
        <p:spPr>
          <a:xfrm>
            <a:off x="0" y="1292950"/>
            <a:ext cx="9144000" cy="5290370"/>
          </a:xfrm>
          <a:prstGeom prst="rect">
            <a:avLst/>
          </a:prstGeom>
        </p:spPr>
      </p:pic>
    </p:spTree>
    <p:extLst>
      <p:ext uri="{BB962C8B-B14F-4D97-AF65-F5344CB8AC3E}">
        <p14:creationId xmlns:p14="http://schemas.microsoft.com/office/powerpoint/2010/main" val="26684577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8">
          <a:extLst>
            <a:ext uri="{FF2B5EF4-FFF2-40B4-BE49-F238E27FC236}">
              <a16:creationId xmlns:a16="http://schemas.microsoft.com/office/drawing/2014/main" id="{59FC8E3F-8515-75FD-3065-90612EC41610}"/>
            </a:ext>
          </a:extLst>
        </p:cNvPr>
        <p:cNvGrpSpPr/>
        <p:nvPr/>
      </p:nvGrpSpPr>
      <p:grpSpPr>
        <a:xfrm>
          <a:off x="0" y="0"/>
          <a:ext cx="0" cy="0"/>
          <a:chOff x="0" y="0"/>
          <a:chExt cx="0" cy="0"/>
        </a:xfrm>
      </p:grpSpPr>
      <p:sp>
        <p:nvSpPr>
          <p:cNvPr id="179" name="Google Shape;179;p9">
            <a:extLst>
              <a:ext uri="{FF2B5EF4-FFF2-40B4-BE49-F238E27FC236}">
                <a16:creationId xmlns:a16="http://schemas.microsoft.com/office/drawing/2014/main" id="{E92E073D-7D62-99A2-BB0A-FB48660546BD}"/>
              </a:ext>
            </a:extLst>
          </p:cNvPr>
          <p:cNvSpPr txBox="1">
            <a:spLocks noGrp="1"/>
          </p:cNvSpPr>
          <p:nvPr>
            <p:ph type="title"/>
          </p:nvPr>
        </p:nvSpPr>
        <p:spPr>
          <a:xfrm>
            <a:off x="457200" y="274680"/>
            <a:ext cx="8229240" cy="114264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600" b="1"/>
              <a:t>Description of Modules </a:t>
            </a:r>
            <a:endParaRPr sz="3600" b="1"/>
          </a:p>
        </p:txBody>
      </p:sp>
      <p:pic>
        <p:nvPicPr>
          <p:cNvPr id="180" name="Google Shape;180;p9">
            <a:extLst>
              <a:ext uri="{FF2B5EF4-FFF2-40B4-BE49-F238E27FC236}">
                <a16:creationId xmlns:a16="http://schemas.microsoft.com/office/drawing/2014/main" id="{AABE8C7B-E2F8-4893-CA2C-60DEEC7346F9}"/>
              </a:ext>
            </a:extLst>
          </p:cNvPr>
          <p:cNvPicPr preferRelativeResize="0"/>
          <p:nvPr/>
        </p:nvPicPr>
        <p:blipFill rotWithShape="1">
          <a:blip r:embed="rId3">
            <a:alphaModFix/>
          </a:blip>
          <a:srcRect/>
          <a:stretch/>
        </p:blipFill>
        <p:spPr>
          <a:xfrm>
            <a:off x="7274160" y="0"/>
            <a:ext cx="1869840" cy="1295400"/>
          </a:xfrm>
          <a:prstGeom prst="rect">
            <a:avLst/>
          </a:prstGeom>
          <a:noFill/>
          <a:ln>
            <a:noFill/>
          </a:ln>
        </p:spPr>
      </p:pic>
      <p:sp>
        <p:nvSpPr>
          <p:cNvPr id="2" name="Rectangle 1">
            <a:extLst>
              <a:ext uri="{FF2B5EF4-FFF2-40B4-BE49-F238E27FC236}">
                <a16:creationId xmlns:a16="http://schemas.microsoft.com/office/drawing/2014/main" id="{562BE35F-C5BC-022A-F660-60EEB43DD415}"/>
              </a:ext>
            </a:extLst>
          </p:cNvPr>
          <p:cNvSpPr>
            <a:spLocks noChangeArrowheads="1"/>
          </p:cNvSpPr>
          <p:nvPr/>
        </p:nvSpPr>
        <p:spPr bwMode="auto">
          <a:xfrm>
            <a:off x="228420" y="1289563"/>
            <a:ext cx="8686800" cy="5293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Arial" panose="020B0604020202020204" pitchFamily="34" charset="0"/>
              </a:rPr>
              <a:t>User Module</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Authentication and session handling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Arial" panose="020B0604020202020204" pitchFamily="34" charset="0"/>
              </a:rPr>
              <a:t>Dataset </a:t>
            </a:r>
            <a:r>
              <a:rPr lang="en-US" altLang="en-US" sz="2000" b="1" dirty="0">
                <a:solidFill>
                  <a:schemeClr val="tx1"/>
                </a:solidFill>
                <a:latin typeface="Arial" panose="020B0604020202020204" pitchFamily="34" charset="0"/>
              </a:rPr>
              <a:t>Storage module</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Uploads dataset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Stores file in </a:t>
            </a:r>
            <a:r>
              <a:rPr kumimoji="0" lang="en-US" altLang="en-US" sz="2000" b="0" i="0" u="none" strike="noStrike" cap="none" normalizeH="0" baseline="0" dirty="0" err="1">
                <a:ln>
                  <a:noFill/>
                </a:ln>
                <a:solidFill>
                  <a:schemeClr val="tx1"/>
                </a:solidFill>
                <a:effectLst/>
                <a:latin typeface="Arial" panose="020B0604020202020204" pitchFamily="34" charset="0"/>
              </a:rPr>
              <a:t>MinIO</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Tracks dataset status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Arial" panose="020B0604020202020204" pitchFamily="34" charset="0"/>
              </a:rPr>
              <a:t>Record Extraction Module</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Splits dataset into individual text records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Prepares data for LLM processing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Arial" panose="020B0604020202020204" pitchFamily="34" charset="0"/>
              </a:rPr>
              <a:t>LLM Analysis Module (Core)</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Sends records to </a:t>
            </a:r>
            <a:r>
              <a:rPr kumimoji="0" lang="en-US" altLang="en-US" sz="2000" b="1" i="0" u="none" strike="noStrike" cap="none" normalizeH="0" baseline="0" dirty="0">
                <a:ln>
                  <a:noFill/>
                </a:ln>
                <a:solidFill>
                  <a:schemeClr val="tx1"/>
                </a:solidFill>
                <a:effectLst/>
                <a:latin typeface="Arial" panose="020B0604020202020204" pitchFamily="34" charset="0"/>
              </a:rPr>
              <a:t>Gemini 2.5 Flash</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Generates: </a:t>
            </a:r>
          </a:p>
          <a:p>
            <a:pPr marL="457200" lvl="1" eaLnBrk="0" fontAlgn="base" hangingPunct="0">
              <a:spcBef>
                <a:spcPct val="0"/>
              </a:spcBef>
              <a:spcAft>
                <a:spcPct val="0"/>
              </a:spcAft>
              <a:buClrTx/>
            </a:pPr>
            <a:r>
              <a:rPr kumimoji="0" lang="en-US" altLang="en-US" sz="2000" b="0" i="0" u="none" strike="noStrike" cap="none" normalizeH="0" baseline="0" dirty="0">
                <a:ln>
                  <a:noFill/>
                </a:ln>
                <a:solidFill>
                  <a:schemeClr val="tx1"/>
                </a:solidFill>
                <a:effectLst/>
                <a:latin typeface="Arial" panose="020B0604020202020204" pitchFamily="34" charset="0"/>
              </a:rPr>
              <a:t>Sentiment </a:t>
            </a:r>
            <a:r>
              <a:rPr lang="en-US" sz="2000" b="1" dirty="0"/>
              <a:t>context-aware sentiment</a:t>
            </a:r>
            <a:r>
              <a:rPr lang="en-US" sz="2000" dirty="0"/>
              <a:t> (positive / negative / neutral / nuanced / custom)</a:t>
            </a:r>
          </a:p>
          <a:p>
            <a:pPr marL="457200" lvl="1" eaLnBrk="0" fontAlgn="base" hangingPunct="0">
              <a:spcBef>
                <a:spcPct val="0"/>
              </a:spcBef>
              <a:spcAft>
                <a:spcPct val="0"/>
              </a:spcAft>
              <a:buClrTx/>
            </a:pPr>
            <a:r>
              <a:rPr kumimoji="0" lang="en-US" altLang="en-US" sz="2000" b="0" i="0" u="none" strike="noStrike" cap="none" normalizeH="0" baseline="0" dirty="0">
                <a:ln>
                  <a:noFill/>
                </a:ln>
                <a:solidFill>
                  <a:schemeClr val="tx1"/>
                </a:solidFill>
                <a:effectLst/>
                <a:latin typeface="Arial" panose="020B0604020202020204" pitchFamily="34" charset="0"/>
              </a:rPr>
              <a:t>Confidence score </a:t>
            </a:r>
            <a:r>
              <a:rPr lang="en-IN" sz="2000" dirty="0" err="1"/>
              <a:t>Softmax</a:t>
            </a:r>
            <a:r>
              <a:rPr lang="en-IN" sz="2000" dirty="0"/>
              <a:t> based.</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Stores structured results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283798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9"/>
          <p:cNvSpPr txBox="1">
            <a:spLocks noGrp="1"/>
          </p:cNvSpPr>
          <p:nvPr>
            <p:ph type="title"/>
          </p:nvPr>
        </p:nvSpPr>
        <p:spPr>
          <a:xfrm>
            <a:off x="457200" y="274680"/>
            <a:ext cx="8229240" cy="114264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600" b="1"/>
              <a:t>Description of Modules </a:t>
            </a:r>
            <a:endParaRPr sz="3600" b="1"/>
          </a:p>
        </p:txBody>
      </p:sp>
      <p:pic>
        <p:nvPicPr>
          <p:cNvPr id="180" name="Google Shape;180;p9"/>
          <p:cNvPicPr preferRelativeResize="0"/>
          <p:nvPr/>
        </p:nvPicPr>
        <p:blipFill rotWithShape="1">
          <a:blip r:embed="rId3">
            <a:alphaModFix/>
          </a:blip>
          <a:srcRect/>
          <a:stretch/>
        </p:blipFill>
        <p:spPr>
          <a:xfrm>
            <a:off x="7274160" y="0"/>
            <a:ext cx="1869840" cy="1295400"/>
          </a:xfrm>
          <a:prstGeom prst="rect">
            <a:avLst/>
          </a:prstGeom>
          <a:noFill/>
          <a:ln>
            <a:noFill/>
          </a:ln>
        </p:spPr>
      </p:pic>
      <p:sp>
        <p:nvSpPr>
          <p:cNvPr id="2" name="Rectangle 1">
            <a:extLst>
              <a:ext uri="{FF2B5EF4-FFF2-40B4-BE49-F238E27FC236}">
                <a16:creationId xmlns:a16="http://schemas.microsoft.com/office/drawing/2014/main" id="{FFB5B713-2653-297F-9FF6-B1BA8EDF4CBB}"/>
              </a:ext>
            </a:extLst>
          </p:cNvPr>
          <p:cNvSpPr>
            <a:spLocks noChangeArrowheads="1"/>
          </p:cNvSpPr>
          <p:nvPr/>
        </p:nvSpPr>
        <p:spPr bwMode="auto">
          <a:xfrm>
            <a:off x="213360" y="1692000"/>
            <a:ext cx="7330440"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Arial" panose="020B0604020202020204" pitchFamily="34" charset="0"/>
              </a:rPr>
              <a:t>SQL Analytics Module</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Queries database to compute: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Sentiment distribution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Aggregated insights </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Arial" panose="020B0604020202020204" pitchFamily="34" charset="0"/>
              </a:rPr>
              <a:t>Visualization Module</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Uses charts to display results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Example: sentiment percentage graphs </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Arial" panose="020B0604020202020204" pitchFamily="34" charset="0"/>
              </a:rPr>
              <a:t>Storage Module</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chemeClr val="tx1"/>
                </a:solidFill>
                <a:effectLst/>
                <a:latin typeface="Arial" panose="020B0604020202020204" pitchFamily="34" charset="0"/>
              </a:rPr>
              <a:t>MinIO</a:t>
            </a:r>
            <a:r>
              <a:rPr kumimoji="0" lang="en-US" altLang="en-US" sz="2400" b="0" i="0" u="none" strike="noStrike" cap="none" normalizeH="0" baseline="0" dirty="0">
                <a:ln>
                  <a:noFill/>
                </a:ln>
                <a:solidFill>
                  <a:schemeClr val="tx1"/>
                </a:solidFill>
                <a:effectLst/>
                <a:latin typeface="Arial" panose="020B0604020202020204" pitchFamily="34" charset="0"/>
              </a:rPr>
              <a:t> → raw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PostgreSQL → processed data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0"/>
          <p:cNvSpPr txBox="1">
            <a:spLocks noGrp="1"/>
          </p:cNvSpPr>
          <p:nvPr>
            <p:ph type="title"/>
          </p:nvPr>
        </p:nvSpPr>
        <p:spPr>
          <a:xfrm>
            <a:off x="457200" y="274680"/>
            <a:ext cx="8229240" cy="114264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600" b="1"/>
              <a:t>Screenshots</a:t>
            </a:r>
            <a:endParaRPr sz="3600" b="1"/>
          </a:p>
        </p:txBody>
      </p:sp>
      <p:pic>
        <p:nvPicPr>
          <p:cNvPr id="186" name="Google Shape;186;p10"/>
          <p:cNvPicPr preferRelativeResize="0"/>
          <p:nvPr/>
        </p:nvPicPr>
        <p:blipFill rotWithShape="1">
          <a:blip r:embed="rId3">
            <a:alphaModFix/>
          </a:blip>
          <a:srcRect/>
          <a:stretch/>
        </p:blipFill>
        <p:spPr>
          <a:xfrm>
            <a:off x="7274160" y="0"/>
            <a:ext cx="1869840" cy="1295400"/>
          </a:xfrm>
          <a:prstGeom prst="rect">
            <a:avLst/>
          </a:prstGeom>
          <a:noFill/>
          <a:ln>
            <a:noFill/>
          </a:ln>
        </p:spPr>
      </p:pic>
      <p:pic>
        <p:nvPicPr>
          <p:cNvPr id="3" name="Picture 2">
            <a:extLst>
              <a:ext uri="{FF2B5EF4-FFF2-40B4-BE49-F238E27FC236}">
                <a16:creationId xmlns:a16="http://schemas.microsoft.com/office/drawing/2014/main" id="{A8DCDD33-CEA5-37BD-1E17-6715B2CFECE8}"/>
              </a:ext>
            </a:extLst>
          </p:cNvPr>
          <p:cNvPicPr>
            <a:picLocks noChangeAspect="1"/>
          </p:cNvPicPr>
          <p:nvPr/>
        </p:nvPicPr>
        <p:blipFill>
          <a:blip r:embed="rId4"/>
          <a:stretch>
            <a:fillRect/>
          </a:stretch>
        </p:blipFill>
        <p:spPr>
          <a:xfrm>
            <a:off x="0" y="1359694"/>
            <a:ext cx="9144000" cy="549830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A58854FD-D828-CF8C-7BB8-1EDC2F66B102}"/>
            </a:ext>
          </a:extLst>
        </p:cNvPr>
        <p:cNvGrpSpPr/>
        <p:nvPr/>
      </p:nvGrpSpPr>
      <p:grpSpPr>
        <a:xfrm>
          <a:off x="0" y="0"/>
          <a:ext cx="0" cy="0"/>
          <a:chOff x="0" y="0"/>
          <a:chExt cx="0" cy="0"/>
        </a:xfrm>
      </p:grpSpPr>
      <p:sp>
        <p:nvSpPr>
          <p:cNvPr id="185" name="Google Shape;185;p10">
            <a:extLst>
              <a:ext uri="{FF2B5EF4-FFF2-40B4-BE49-F238E27FC236}">
                <a16:creationId xmlns:a16="http://schemas.microsoft.com/office/drawing/2014/main" id="{3106296E-6CF1-D435-E0F3-438C5F8CB970}"/>
              </a:ext>
            </a:extLst>
          </p:cNvPr>
          <p:cNvSpPr txBox="1">
            <a:spLocks noGrp="1"/>
          </p:cNvSpPr>
          <p:nvPr>
            <p:ph type="title"/>
          </p:nvPr>
        </p:nvSpPr>
        <p:spPr>
          <a:xfrm>
            <a:off x="457200" y="274680"/>
            <a:ext cx="8229240" cy="114264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600" b="1"/>
              <a:t>Screenshots</a:t>
            </a:r>
            <a:endParaRPr sz="3600" b="1"/>
          </a:p>
        </p:txBody>
      </p:sp>
      <p:pic>
        <p:nvPicPr>
          <p:cNvPr id="186" name="Google Shape;186;p10">
            <a:extLst>
              <a:ext uri="{FF2B5EF4-FFF2-40B4-BE49-F238E27FC236}">
                <a16:creationId xmlns:a16="http://schemas.microsoft.com/office/drawing/2014/main" id="{DBA191D7-DB7B-5BB1-40F4-28A677153C43}"/>
              </a:ext>
            </a:extLst>
          </p:cNvPr>
          <p:cNvPicPr preferRelativeResize="0"/>
          <p:nvPr/>
        </p:nvPicPr>
        <p:blipFill rotWithShape="1">
          <a:blip r:embed="rId3">
            <a:alphaModFix/>
          </a:blip>
          <a:srcRect/>
          <a:stretch/>
        </p:blipFill>
        <p:spPr>
          <a:xfrm>
            <a:off x="7274160" y="0"/>
            <a:ext cx="1869840" cy="1295400"/>
          </a:xfrm>
          <a:prstGeom prst="rect">
            <a:avLst/>
          </a:prstGeom>
          <a:noFill/>
          <a:ln>
            <a:noFill/>
          </a:ln>
        </p:spPr>
      </p:pic>
      <p:pic>
        <p:nvPicPr>
          <p:cNvPr id="4" name="Picture 3">
            <a:extLst>
              <a:ext uri="{FF2B5EF4-FFF2-40B4-BE49-F238E27FC236}">
                <a16:creationId xmlns:a16="http://schemas.microsoft.com/office/drawing/2014/main" id="{BAB4E121-134B-70FC-9A79-1254F2BC31B0}"/>
              </a:ext>
            </a:extLst>
          </p:cNvPr>
          <p:cNvPicPr>
            <a:picLocks noChangeAspect="1"/>
          </p:cNvPicPr>
          <p:nvPr/>
        </p:nvPicPr>
        <p:blipFill>
          <a:blip r:embed="rId4"/>
          <a:stretch>
            <a:fillRect/>
          </a:stretch>
        </p:blipFill>
        <p:spPr>
          <a:xfrm>
            <a:off x="0" y="1359694"/>
            <a:ext cx="9144000" cy="5498306"/>
          </a:xfrm>
          <a:prstGeom prst="rect">
            <a:avLst/>
          </a:prstGeom>
        </p:spPr>
      </p:pic>
    </p:spTree>
    <p:extLst>
      <p:ext uri="{BB962C8B-B14F-4D97-AF65-F5344CB8AC3E}">
        <p14:creationId xmlns:p14="http://schemas.microsoft.com/office/powerpoint/2010/main" val="2963077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22382C56-83EB-2A32-75DC-6A8F893116BE}"/>
            </a:ext>
          </a:extLst>
        </p:cNvPr>
        <p:cNvGrpSpPr/>
        <p:nvPr/>
      </p:nvGrpSpPr>
      <p:grpSpPr>
        <a:xfrm>
          <a:off x="0" y="0"/>
          <a:ext cx="0" cy="0"/>
          <a:chOff x="0" y="0"/>
          <a:chExt cx="0" cy="0"/>
        </a:xfrm>
      </p:grpSpPr>
      <p:sp>
        <p:nvSpPr>
          <p:cNvPr id="185" name="Google Shape;185;p10">
            <a:extLst>
              <a:ext uri="{FF2B5EF4-FFF2-40B4-BE49-F238E27FC236}">
                <a16:creationId xmlns:a16="http://schemas.microsoft.com/office/drawing/2014/main" id="{C9F1C61D-9065-1E21-A4A7-62C9B51CBA7A}"/>
              </a:ext>
            </a:extLst>
          </p:cNvPr>
          <p:cNvSpPr txBox="1">
            <a:spLocks noGrp="1"/>
          </p:cNvSpPr>
          <p:nvPr>
            <p:ph type="title"/>
          </p:nvPr>
        </p:nvSpPr>
        <p:spPr>
          <a:xfrm>
            <a:off x="457200" y="274680"/>
            <a:ext cx="8229240" cy="114264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600" b="1"/>
              <a:t>Screenshots</a:t>
            </a:r>
            <a:endParaRPr sz="3600" b="1"/>
          </a:p>
        </p:txBody>
      </p:sp>
      <p:pic>
        <p:nvPicPr>
          <p:cNvPr id="186" name="Google Shape;186;p10">
            <a:extLst>
              <a:ext uri="{FF2B5EF4-FFF2-40B4-BE49-F238E27FC236}">
                <a16:creationId xmlns:a16="http://schemas.microsoft.com/office/drawing/2014/main" id="{C07604F9-AF83-FDCB-C115-E24E14239493}"/>
              </a:ext>
            </a:extLst>
          </p:cNvPr>
          <p:cNvPicPr preferRelativeResize="0"/>
          <p:nvPr/>
        </p:nvPicPr>
        <p:blipFill rotWithShape="1">
          <a:blip r:embed="rId3">
            <a:alphaModFix/>
          </a:blip>
          <a:srcRect/>
          <a:stretch/>
        </p:blipFill>
        <p:spPr>
          <a:xfrm>
            <a:off x="7274160" y="0"/>
            <a:ext cx="1869840" cy="1295400"/>
          </a:xfrm>
          <a:prstGeom prst="rect">
            <a:avLst/>
          </a:prstGeom>
          <a:noFill/>
          <a:ln>
            <a:noFill/>
          </a:ln>
        </p:spPr>
      </p:pic>
      <p:pic>
        <p:nvPicPr>
          <p:cNvPr id="3" name="Picture 2">
            <a:extLst>
              <a:ext uri="{FF2B5EF4-FFF2-40B4-BE49-F238E27FC236}">
                <a16:creationId xmlns:a16="http://schemas.microsoft.com/office/drawing/2014/main" id="{34656F2A-123F-7B1C-ABBC-82CBFECE35E1}"/>
              </a:ext>
            </a:extLst>
          </p:cNvPr>
          <p:cNvPicPr>
            <a:picLocks noChangeAspect="1"/>
          </p:cNvPicPr>
          <p:nvPr/>
        </p:nvPicPr>
        <p:blipFill>
          <a:blip r:embed="rId4"/>
          <a:stretch>
            <a:fillRect/>
          </a:stretch>
        </p:blipFill>
        <p:spPr>
          <a:xfrm>
            <a:off x="0" y="1339452"/>
            <a:ext cx="9144000" cy="5518547"/>
          </a:xfrm>
          <a:prstGeom prst="rect">
            <a:avLst/>
          </a:prstGeom>
        </p:spPr>
      </p:pic>
    </p:spTree>
    <p:extLst>
      <p:ext uri="{BB962C8B-B14F-4D97-AF65-F5344CB8AC3E}">
        <p14:creationId xmlns:p14="http://schemas.microsoft.com/office/powerpoint/2010/main" val="1467639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C178492B-FE4F-5F89-B26F-50864C234121}"/>
            </a:ext>
          </a:extLst>
        </p:cNvPr>
        <p:cNvGrpSpPr/>
        <p:nvPr/>
      </p:nvGrpSpPr>
      <p:grpSpPr>
        <a:xfrm>
          <a:off x="0" y="0"/>
          <a:ext cx="0" cy="0"/>
          <a:chOff x="0" y="0"/>
          <a:chExt cx="0" cy="0"/>
        </a:xfrm>
      </p:grpSpPr>
      <p:sp>
        <p:nvSpPr>
          <p:cNvPr id="185" name="Google Shape;185;p10">
            <a:extLst>
              <a:ext uri="{FF2B5EF4-FFF2-40B4-BE49-F238E27FC236}">
                <a16:creationId xmlns:a16="http://schemas.microsoft.com/office/drawing/2014/main" id="{BB12983F-8359-AE1D-D544-AA018006D95C}"/>
              </a:ext>
            </a:extLst>
          </p:cNvPr>
          <p:cNvSpPr txBox="1">
            <a:spLocks noGrp="1"/>
          </p:cNvSpPr>
          <p:nvPr>
            <p:ph type="title"/>
          </p:nvPr>
        </p:nvSpPr>
        <p:spPr>
          <a:xfrm>
            <a:off x="457200" y="274680"/>
            <a:ext cx="8229240" cy="114264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600" b="1"/>
              <a:t>Screenshots</a:t>
            </a:r>
            <a:endParaRPr sz="3600" b="1"/>
          </a:p>
        </p:txBody>
      </p:sp>
      <p:pic>
        <p:nvPicPr>
          <p:cNvPr id="186" name="Google Shape;186;p10">
            <a:extLst>
              <a:ext uri="{FF2B5EF4-FFF2-40B4-BE49-F238E27FC236}">
                <a16:creationId xmlns:a16="http://schemas.microsoft.com/office/drawing/2014/main" id="{6845F827-1CDC-E054-D28A-F5E3DE8ECEE1}"/>
              </a:ext>
            </a:extLst>
          </p:cNvPr>
          <p:cNvPicPr preferRelativeResize="0"/>
          <p:nvPr/>
        </p:nvPicPr>
        <p:blipFill rotWithShape="1">
          <a:blip r:embed="rId3">
            <a:alphaModFix/>
          </a:blip>
          <a:srcRect/>
          <a:stretch/>
        </p:blipFill>
        <p:spPr>
          <a:xfrm>
            <a:off x="7274160" y="0"/>
            <a:ext cx="1869840" cy="1295400"/>
          </a:xfrm>
          <a:prstGeom prst="rect">
            <a:avLst/>
          </a:prstGeom>
          <a:noFill/>
          <a:ln>
            <a:noFill/>
          </a:ln>
        </p:spPr>
      </p:pic>
      <p:pic>
        <p:nvPicPr>
          <p:cNvPr id="4" name="Picture 3">
            <a:extLst>
              <a:ext uri="{FF2B5EF4-FFF2-40B4-BE49-F238E27FC236}">
                <a16:creationId xmlns:a16="http://schemas.microsoft.com/office/drawing/2014/main" id="{6F604032-E1E8-D2A9-1C00-C49EED1AE75F}"/>
              </a:ext>
            </a:extLst>
          </p:cNvPr>
          <p:cNvPicPr>
            <a:picLocks noChangeAspect="1"/>
          </p:cNvPicPr>
          <p:nvPr/>
        </p:nvPicPr>
        <p:blipFill>
          <a:blip r:embed="rId4"/>
          <a:stretch>
            <a:fillRect/>
          </a:stretch>
        </p:blipFill>
        <p:spPr>
          <a:xfrm>
            <a:off x="0" y="1359694"/>
            <a:ext cx="9144000" cy="5498306"/>
          </a:xfrm>
          <a:prstGeom prst="rect">
            <a:avLst/>
          </a:prstGeom>
        </p:spPr>
      </p:pic>
    </p:spTree>
    <p:extLst>
      <p:ext uri="{BB962C8B-B14F-4D97-AF65-F5344CB8AC3E}">
        <p14:creationId xmlns:p14="http://schemas.microsoft.com/office/powerpoint/2010/main" val="38229920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1"/>
          <p:cNvSpPr txBox="1">
            <a:spLocks noGrp="1"/>
          </p:cNvSpPr>
          <p:nvPr>
            <p:ph type="title"/>
          </p:nvPr>
        </p:nvSpPr>
        <p:spPr>
          <a:xfrm>
            <a:off x="457200" y="274680"/>
            <a:ext cx="8229240" cy="114264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600" b="1"/>
              <a:t>Limitation of Project</a:t>
            </a:r>
            <a:endParaRPr sz="3600" b="1"/>
          </a:p>
        </p:txBody>
      </p:sp>
      <p:pic>
        <p:nvPicPr>
          <p:cNvPr id="192" name="Google Shape;192;p11"/>
          <p:cNvPicPr preferRelativeResize="0"/>
          <p:nvPr/>
        </p:nvPicPr>
        <p:blipFill rotWithShape="1">
          <a:blip r:embed="rId3">
            <a:alphaModFix/>
          </a:blip>
          <a:srcRect/>
          <a:stretch/>
        </p:blipFill>
        <p:spPr>
          <a:xfrm>
            <a:off x="7274160" y="0"/>
            <a:ext cx="1869840" cy="1295400"/>
          </a:xfrm>
          <a:prstGeom prst="rect">
            <a:avLst/>
          </a:prstGeom>
          <a:noFill/>
          <a:ln>
            <a:noFill/>
          </a:ln>
        </p:spPr>
      </p:pic>
      <p:sp>
        <p:nvSpPr>
          <p:cNvPr id="3" name="TextBox 2">
            <a:extLst>
              <a:ext uri="{FF2B5EF4-FFF2-40B4-BE49-F238E27FC236}">
                <a16:creationId xmlns:a16="http://schemas.microsoft.com/office/drawing/2014/main" id="{A251BD08-FDF3-2D94-D9CD-8CD99CAE177C}"/>
              </a:ext>
            </a:extLst>
          </p:cNvPr>
          <p:cNvSpPr txBox="1"/>
          <p:nvPr/>
        </p:nvSpPr>
        <p:spPr>
          <a:xfrm>
            <a:off x="294460" y="1692000"/>
            <a:ext cx="8554720" cy="4216539"/>
          </a:xfrm>
          <a:prstGeom prst="rect">
            <a:avLst/>
          </a:prstGeom>
          <a:noFill/>
        </p:spPr>
        <p:txBody>
          <a:bodyPr wrap="square">
            <a:spAutoFit/>
          </a:bodyPr>
          <a:lstStyle/>
          <a:p>
            <a:pPr>
              <a:buFont typeface="Arial" panose="020B0604020202020204" pitchFamily="34" charset="0"/>
              <a:buChar char="•"/>
            </a:pPr>
            <a:r>
              <a:rPr lang="en-US" sz="2000" b="1" dirty="0"/>
              <a:t>Context Window Size</a:t>
            </a:r>
            <a:br>
              <a:rPr lang="en-US" sz="2000" dirty="0"/>
            </a:br>
            <a:r>
              <a:rPr lang="en-US" sz="2000" dirty="0"/>
              <a:t>Limited by LLM token capacity; long documents may require batch processing. </a:t>
            </a:r>
          </a:p>
          <a:p>
            <a:pPr>
              <a:buFont typeface="Arial" panose="020B0604020202020204" pitchFamily="34" charset="0"/>
              <a:buChar char="•"/>
            </a:pPr>
            <a:r>
              <a:rPr lang="en-US" sz="2000" b="1" dirty="0"/>
              <a:t>Real-Time Processing</a:t>
            </a:r>
            <a:br>
              <a:rPr lang="en-US" sz="2000" dirty="0"/>
            </a:br>
            <a:r>
              <a:rPr lang="en-US" sz="2000" dirty="0"/>
              <a:t>High latency in large datasets due to complex LLM inference and multi-step agent reasoning. </a:t>
            </a:r>
          </a:p>
          <a:p>
            <a:pPr>
              <a:buFont typeface="Arial" panose="020B0604020202020204" pitchFamily="34" charset="0"/>
              <a:buChar char="•"/>
            </a:pPr>
            <a:r>
              <a:rPr lang="en-US" sz="2000" b="1" dirty="0"/>
              <a:t>Dependence on Training Data</a:t>
            </a:r>
            <a:br>
              <a:rPr lang="en-US" sz="2000" dirty="0"/>
            </a:br>
            <a:r>
              <a:rPr lang="en-US" sz="2000" dirty="0"/>
              <a:t>Performance may degrade on out-of-domain or niche topics without fine-tuning. </a:t>
            </a:r>
          </a:p>
          <a:p>
            <a:pPr>
              <a:buFont typeface="Arial" panose="020B0604020202020204" pitchFamily="34" charset="0"/>
              <a:buChar char="•"/>
            </a:pPr>
            <a:r>
              <a:rPr lang="en-US" sz="2000" b="1" dirty="0"/>
              <a:t>Resource Intensity</a:t>
            </a:r>
            <a:br>
              <a:rPr lang="en-US" sz="2000" dirty="0"/>
            </a:br>
            <a:r>
              <a:rPr lang="en-US" sz="2000" dirty="0"/>
              <a:t>High computational cost for LLM inference and storage of embeddings and cache. </a:t>
            </a:r>
          </a:p>
          <a:p>
            <a:pPr>
              <a:buNone/>
            </a:pPr>
            <a:br>
              <a:rPr lang="en-US" dirty="0"/>
            </a:br>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2"/>
          <p:cNvSpPr txBox="1"/>
          <p:nvPr/>
        </p:nvSpPr>
        <p:spPr>
          <a:xfrm>
            <a:off x="381000" y="228600"/>
            <a:ext cx="7772040" cy="11426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4000" b="1">
                <a:solidFill>
                  <a:schemeClr val="dk1"/>
                </a:solidFill>
                <a:latin typeface="Arial"/>
                <a:ea typeface="Arial"/>
                <a:cs typeface="Arial"/>
                <a:sym typeface="Arial"/>
              </a:rPr>
              <a:t>Conclusion &amp; Future Scope</a:t>
            </a:r>
            <a:endParaRPr sz="4000" b="1">
              <a:solidFill>
                <a:schemeClr val="dk1"/>
              </a:solidFill>
              <a:latin typeface="Arial"/>
              <a:ea typeface="Arial"/>
              <a:cs typeface="Arial"/>
              <a:sym typeface="Arial"/>
            </a:endParaRPr>
          </a:p>
        </p:txBody>
      </p:sp>
      <p:sp>
        <p:nvSpPr>
          <p:cNvPr id="198" name="Google Shape;198;p12"/>
          <p:cNvSpPr txBox="1"/>
          <p:nvPr/>
        </p:nvSpPr>
        <p:spPr>
          <a:xfrm>
            <a:off x="457200" y="1600200"/>
            <a:ext cx="8229240" cy="452556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3200" b="0" strike="noStrike">
              <a:solidFill>
                <a:srgbClr val="000000"/>
              </a:solidFill>
              <a:latin typeface="Calibri"/>
              <a:ea typeface="Calibri"/>
              <a:cs typeface="Calibri"/>
              <a:sym typeface="Calibri"/>
            </a:endParaRPr>
          </a:p>
        </p:txBody>
      </p:sp>
      <p:pic>
        <p:nvPicPr>
          <p:cNvPr id="199" name="Google Shape;199;p12"/>
          <p:cNvPicPr preferRelativeResize="0"/>
          <p:nvPr/>
        </p:nvPicPr>
        <p:blipFill rotWithShape="1">
          <a:blip r:embed="rId3">
            <a:alphaModFix/>
          </a:blip>
          <a:srcRect/>
          <a:stretch/>
        </p:blipFill>
        <p:spPr>
          <a:xfrm>
            <a:off x="7274160" y="0"/>
            <a:ext cx="1869840" cy="1295400"/>
          </a:xfrm>
          <a:prstGeom prst="rect">
            <a:avLst/>
          </a:prstGeom>
          <a:noFill/>
          <a:ln>
            <a:noFill/>
          </a:ln>
        </p:spPr>
      </p:pic>
      <p:sp>
        <p:nvSpPr>
          <p:cNvPr id="3" name="TextBox 2">
            <a:extLst>
              <a:ext uri="{FF2B5EF4-FFF2-40B4-BE49-F238E27FC236}">
                <a16:creationId xmlns:a16="http://schemas.microsoft.com/office/drawing/2014/main" id="{8595166A-A7F3-C941-F234-3299DC59137D}"/>
              </a:ext>
            </a:extLst>
          </p:cNvPr>
          <p:cNvSpPr txBox="1"/>
          <p:nvPr/>
        </p:nvSpPr>
        <p:spPr>
          <a:xfrm>
            <a:off x="193040" y="1659285"/>
            <a:ext cx="8493400" cy="4401205"/>
          </a:xfrm>
          <a:prstGeom prst="rect">
            <a:avLst/>
          </a:prstGeom>
          <a:noFill/>
        </p:spPr>
        <p:txBody>
          <a:bodyPr wrap="square">
            <a:spAutoFit/>
          </a:bodyPr>
          <a:lstStyle/>
          <a:p>
            <a:pPr>
              <a:buNone/>
            </a:pPr>
            <a:r>
              <a:rPr lang="en-IN" sz="2000" b="1" dirty="0"/>
              <a:t>Conclusion</a:t>
            </a:r>
          </a:p>
          <a:p>
            <a:pPr>
              <a:buNone/>
            </a:pPr>
            <a:r>
              <a:rPr lang="en-IN" sz="2000" dirty="0"/>
              <a:t>This project develops an LLM-based data analytics system using Gemini 2.5 Flash to automate sentiment analysis and insight generation from datasets. It integrates LLM processing with SQL storage and dashboard visualization, reducing manual analysis effort.</a:t>
            </a:r>
          </a:p>
          <a:p>
            <a:pPr>
              <a:buNone/>
            </a:pPr>
            <a:br>
              <a:rPr lang="en-IN" sz="2000" dirty="0"/>
            </a:br>
            <a:endParaRPr lang="en-IN" sz="2000" dirty="0"/>
          </a:p>
          <a:p>
            <a:pPr>
              <a:buNone/>
            </a:pPr>
            <a:r>
              <a:rPr lang="en-IN" sz="2000" b="1" dirty="0"/>
              <a:t>Future Scope</a:t>
            </a:r>
          </a:p>
          <a:p>
            <a:pPr>
              <a:buFont typeface="Arial" panose="020B0604020202020204" pitchFamily="34" charset="0"/>
              <a:buChar char="•"/>
            </a:pPr>
            <a:r>
              <a:rPr lang="en-IN" sz="2000" dirty="0"/>
              <a:t>Add </a:t>
            </a:r>
            <a:r>
              <a:rPr lang="en-IN" sz="2000" b="1" dirty="0"/>
              <a:t>parallel/batch processing</a:t>
            </a:r>
            <a:r>
              <a:rPr lang="en-IN" sz="2000" dirty="0"/>
              <a:t> </a:t>
            </a:r>
          </a:p>
          <a:p>
            <a:pPr>
              <a:buFont typeface="Arial" panose="020B0604020202020204" pitchFamily="34" charset="0"/>
              <a:buChar char="•"/>
            </a:pPr>
            <a:r>
              <a:rPr lang="en-IN" sz="2000" dirty="0"/>
              <a:t>Improve </a:t>
            </a:r>
            <a:r>
              <a:rPr lang="en-IN" sz="2000" b="1" dirty="0"/>
              <a:t>context-aware analysis</a:t>
            </a:r>
            <a:r>
              <a:rPr lang="en-IN" sz="2000" dirty="0"/>
              <a:t> </a:t>
            </a:r>
          </a:p>
          <a:p>
            <a:pPr>
              <a:buFont typeface="Arial" panose="020B0604020202020204" pitchFamily="34" charset="0"/>
              <a:buChar char="•"/>
            </a:pPr>
            <a:r>
              <a:rPr lang="en-IN" sz="2000" dirty="0"/>
              <a:t>Integrate </a:t>
            </a:r>
            <a:r>
              <a:rPr lang="en-IN" sz="2000" b="1" dirty="0"/>
              <a:t> Fine tuned LLM models</a:t>
            </a:r>
            <a:r>
              <a:rPr lang="en-IN" sz="2000" dirty="0"/>
              <a:t> </a:t>
            </a:r>
          </a:p>
          <a:p>
            <a:pPr>
              <a:buFont typeface="Arial" panose="020B0604020202020204" pitchFamily="34" charset="0"/>
              <a:buChar char="•"/>
            </a:pPr>
            <a:r>
              <a:rPr lang="en-IN" sz="2000" dirty="0"/>
              <a:t>Handle </a:t>
            </a:r>
            <a:r>
              <a:rPr lang="en-IN" sz="2000" b="1" dirty="0"/>
              <a:t>large/noisy datasets better</a:t>
            </a:r>
            <a:r>
              <a:rPr lang="en-IN" sz="2000" dirty="0"/>
              <a:t> </a:t>
            </a:r>
          </a:p>
          <a:p>
            <a:pPr>
              <a:buFont typeface="Arial" panose="020B0604020202020204" pitchFamily="34" charset="0"/>
              <a:buChar char="•"/>
            </a:pPr>
            <a:r>
              <a:rPr lang="en-IN" sz="2000" dirty="0"/>
              <a:t>Extend to </a:t>
            </a:r>
            <a:r>
              <a:rPr lang="en-IN" sz="2000" b="1" dirty="0"/>
              <a:t>advanced analytics</a:t>
            </a:r>
            <a:r>
              <a:rPr lang="en-IN" sz="2000" dirty="0"/>
              <a:t> </a:t>
            </a:r>
          </a:p>
          <a:p>
            <a:pPr>
              <a:buFont typeface="Arial" panose="020B0604020202020204" pitchFamily="34" charset="0"/>
              <a:buChar char="•"/>
            </a:pPr>
            <a:r>
              <a:rPr lang="en-IN" sz="2000" dirty="0"/>
              <a:t>Enable </a:t>
            </a:r>
            <a:r>
              <a:rPr lang="en-IN" sz="2000" b="1" dirty="0"/>
              <a:t>scalable cloud deployment</a:t>
            </a:r>
            <a:endParaRPr lang="en-IN"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3"/>
          <p:cNvSpPr txBox="1"/>
          <p:nvPr/>
        </p:nvSpPr>
        <p:spPr>
          <a:xfrm>
            <a:off x="386080" y="152760"/>
            <a:ext cx="8229240" cy="11426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4000" b="1" strike="noStrike">
                <a:solidFill>
                  <a:srgbClr val="000000"/>
                </a:solidFill>
                <a:latin typeface="Calibri"/>
                <a:ea typeface="Calibri"/>
                <a:cs typeface="Calibri"/>
                <a:sym typeface="Calibri"/>
              </a:rPr>
              <a:t>Bibliography / References</a:t>
            </a:r>
            <a:endParaRPr sz="4000" b="1" strike="noStrike">
              <a:solidFill>
                <a:srgbClr val="000000"/>
              </a:solidFill>
              <a:latin typeface="Calibri"/>
              <a:ea typeface="Calibri"/>
              <a:cs typeface="Calibri"/>
              <a:sym typeface="Calibri"/>
            </a:endParaRPr>
          </a:p>
        </p:txBody>
      </p:sp>
      <p:sp>
        <p:nvSpPr>
          <p:cNvPr id="205" name="Google Shape;205;p13"/>
          <p:cNvSpPr txBox="1"/>
          <p:nvPr/>
        </p:nvSpPr>
        <p:spPr>
          <a:xfrm>
            <a:off x="457200" y="1600200"/>
            <a:ext cx="8229240" cy="452556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3200" b="0" strike="noStrike">
              <a:solidFill>
                <a:srgbClr val="000000"/>
              </a:solidFill>
              <a:latin typeface="Calibri"/>
              <a:ea typeface="Calibri"/>
              <a:cs typeface="Calibri"/>
              <a:sym typeface="Calibri"/>
            </a:endParaRPr>
          </a:p>
        </p:txBody>
      </p:sp>
      <p:pic>
        <p:nvPicPr>
          <p:cNvPr id="206" name="Google Shape;206;p13"/>
          <p:cNvPicPr preferRelativeResize="0"/>
          <p:nvPr/>
        </p:nvPicPr>
        <p:blipFill rotWithShape="1">
          <a:blip r:embed="rId3">
            <a:alphaModFix/>
          </a:blip>
          <a:srcRect/>
          <a:stretch/>
        </p:blipFill>
        <p:spPr>
          <a:xfrm>
            <a:off x="7274160" y="0"/>
            <a:ext cx="1869840" cy="1295400"/>
          </a:xfrm>
          <a:prstGeom prst="rect">
            <a:avLst/>
          </a:prstGeom>
          <a:noFill/>
          <a:ln>
            <a:noFill/>
          </a:ln>
        </p:spPr>
      </p:pic>
      <p:sp>
        <p:nvSpPr>
          <p:cNvPr id="2" name="Rectangle 1">
            <a:extLst>
              <a:ext uri="{FF2B5EF4-FFF2-40B4-BE49-F238E27FC236}">
                <a16:creationId xmlns:a16="http://schemas.microsoft.com/office/drawing/2014/main" id="{278BED59-671C-C193-8493-5FCC05764D3E}"/>
              </a:ext>
            </a:extLst>
          </p:cNvPr>
          <p:cNvSpPr>
            <a:spLocks noChangeArrowheads="1"/>
          </p:cNvSpPr>
          <p:nvPr/>
        </p:nvSpPr>
        <p:spPr bwMode="auto">
          <a:xfrm>
            <a:off x="121740" y="1052152"/>
            <a:ext cx="8757920"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Vaswani, A., et al. (2017). </a:t>
            </a:r>
            <a:r>
              <a:rPr kumimoji="0" lang="en-US" altLang="en-US" sz="2000" b="0" i="1" u="none" strike="noStrike" cap="none" normalizeH="0" baseline="0" dirty="0">
                <a:ln>
                  <a:noFill/>
                </a:ln>
                <a:solidFill>
                  <a:schemeClr val="tx1"/>
                </a:solidFill>
                <a:effectLst/>
                <a:latin typeface="Arial" panose="020B0604020202020204" pitchFamily="34" charset="0"/>
              </a:rPr>
              <a:t>Attention Is All You Need</a:t>
            </a:r>
            <a:r>
              <a:rPr kumimoji="0" lang="en-US" altLang="en-US" sz="2000" b="0" i="0" u="none" strike="noStrike" cap="none" normalizeH="0" baseline="0" dirty="0">
                <a:ln>
                  <a:noFill/>
                </a:ln>
                <a:solidFill>
                  <a:schemeClr val="tx1"/>
                </a:solidFill>
                <a:effectLst/>
                <a:latin typeface="Arial" panose="020B0604020202020204" pitchFamily="34" charset="0"/>
              </a:rPr>
              <a:t>. Advances in Neural Information Processing Systems (</a:t>
            </a:r>
            <a:r>
              <a:rPr kumimoji="0" lang="en-US" altLang="en-US" sz="2000" b="0" i="0" u="none" strike="noStrike" cap="none" normalizeH="0" baseline="0" dirty="0" err="1">
                <a:ln>
                  <a:noFill/>
                </a:ln>
                <a:solidFill>
                  <a:schemeClr val="tx1"/>
                </a:solidFill>
                <a:effectLst/>
                <a:latin typeface="Arial" panose="020B0604020202020204" pitchFamily="34" charset="0"/>
              </a:rPr>
              <a:t>NeurIPS</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Devlin, J., Chang, M. W., Lee, K., &amp; Toutanova, K. (2018). </a:t>
            </a:r>
            <a:r>
              <a:rPr kumimoji="0" lang="en-US" altLang="en-US" sz="2000" b="0" i="1" u="none" strike="noStrike" cap="none" normalizeH="0" baseline="0" dirty="0">
                <a:ln>
                  <a:noFill/>
                </a:ln>
                <a:solidFill>
                  <a:schemeClr val="tx1"/>
                </a:solidFill>
                <a:effectLst/>
                <a:latin typeface="Arial" panose="020B0604020202020204" pitchFamily="34" charset="0"/>
              </a:rPr>
              <a:t>BERT: Pre-training of Deep Bidirectional Transformers for Language Understanding</a:t>
            </a:r>
            <a:r>
              <a:rPr kumimoji="0" lang="en-US" altLang="en-US" sz="2000" b="0" i="0" u="none" strike="noStrike" cap="none" normalizeH="0" baseline="0" dirty="0">
                <a:ln>
                  <a:noFill/>
                </a:ln>
                <a:solidFill>
                  <a:schemeClr val="tx1"/>
                </a:solidFill>
                <a:effectLst/>
                <a:latin typeface="Arial" panose="020B0604020202020204" pitchFamily="34" charset="0"/>
              </a:rPr>
              <a:t>. arXiv:1810.04805.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Brown, T. B., et al. (2020). </a:t>
            </a:r>
            <a:r>
              <a:rPr kumimoji="0" lang="en-US" altLang="en-US" sz="2000" b="0" i="1" u="none" strike="noStrike" cap="none" normalizeH="0" baseline="0" dirty="0">
                <a:ln>
                  <a:noFill/>
                </a:ln>
                <a:solidFill>
                  <a:schemeClr val="tx1"/>
                </a:solidFill>
                <a:effectLst/>
                <a:latin typeface="Arial" panose="020B0604020202020204" pitchFamily="34" charset="0"/>
              </a:rPr>
              <a:t>Language Models are Few-Shot Learners</a:t>
            </a:r>
            <a:r>
              <a:rPr kumimoji="0" lang="en-US" altLang="en-US" sz="2000" b="0" i="0" u="none" strike="noStrike" cap="none" normalizeH="0" baseline="0" dirty="0">
                <a:ln>
                  <a:noFill/>
                </a:ln>
                <a:solidFill>
                  <a:schemeClr val="tx1"/>
                </a:solidFill>
                <a:effectLst/>
                <a:latin typeface="Arial" panose="020B0604020202020204" pitchFamily="34" charset="0"/>
              </a:rPr>
              <a:t>. Advances in Neural Information Processing Systems (</a:t>
            </a:r>
            <a:r>
              <a:rPr kumimoji="0" lang="en-US" altLang="en-US" sz="2000" b="0" i="0" u="none" strike="noStrike" cap="none" normalizeH="0" baseline="0" dirty="0" err="1">
                <a:ln>
                  <a:noFill/>
                </a:ln>
                <a:solidFill>
                  <a:schemeClr val="tx1"/>
                </a:solidFill>
                <a:effectLst/>
                <a:latin typeface="Arial" panose="020B0604020202020204" pitchFamily="34" charset="0"/>
              </a:rPr>
              <a:t>NeurIPS</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Medhat, W., Hassan, A., &amp; </a:t>
            </a:r>
            <a:r>
              <a:rPr kumimoji="0" lang="en-US" altLang="en-US" sz="2000" b="0" i="0" u="none" strike="noStrike" cap="none" normalizeH="0" baseline="0" dirty="0" err="1">
                <a:ln>
                  <a:noFill/>
                </a:ln>
                <a:solidFill>
                  <a:schemeClr val="tx1"/>
                </a:solidFill>
                <a:effectLst/>
                <a:latin typeface="Arial" panose="020B0604020202020204" pitchFamily="34" charset="0"/>
              </a:rPr>
              <a:t>Korashy</a:t>
            </a:r>
            <a:r>
              <a:rPr kumimoji="0" lang="en-US" altLang="en-US" sz="2000" b="0" i="0" u="none" strike="noStrike" cap="none" normalizeH="0" baseline="0" dirty="0">
                <a:ln>
                  <a:noFill/>
                </a:ln>
                <a:solidFill>
                  <a:schemeClr val="tx1"/>
                </a:solidFill>
                <a:effectLst/>
                <a:latin typeface="Arial" panose="020B0604020202020204" pitchFamily="34" charset="0"/>
              </a:rPr>
              <a:t>, H. (2014). </a:t>
            </a:r>
            <a:r>
              <a:rPr kumimoji="0" lang="en-US" altLang="en-US" sz="2000" b="0" i="1" u="none" strike="noStrike" cap="none" normalizeH="0" baseline="0" dirty="0">
                <a:ln>
                  <a:noFill/>
                </a:ln>
                <a:solidFill>
                  <a:schemeClr val="tx1"/>
                </a:solidFill>
                <a:effectLst/>
                <a:latin typeface="Arial" panose="020B0604020202020204" pitchFamily="34" charset="0"/>
              </a:rPr>
              <a:t>Sentiment Analysis Algorithms and Applications: A Survey</a:t>
            </a:r>
            <a:r>
              <a:rPr kumimoji="0" lang="en-US" altLang="en-US" sz="2000" b="0" i="0" u="none" strike="noStrike" cap="none" normalizeH="0" baseline="0" dirty="0">
                <a:ln>
                  <a:noFill/>
                </a:ln>
                <a:solidFill>
                  <a:schemeClr val="tx1"/>
                </a:solidFill>
                <a:effectLst/>
                <a:latin typeface="Arial" panose="020B0604020202020204" pitchFamily="34" charset="0"/>
              </a:rPr>
              <a:t>. Ain Shams Engineering Journal.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Young, T., Hazarika, D., Poria, S., &amp; Cambria, E. (2018). </a:t>
            </a:r>
            <a:r>
              <a:rPr kumimoji="0" lang="en-US" altLang="en-US" sz="2000" b="0" i="1" u="none" strike="noStrike" cap="none" normalizeH="0" baseline="0" dirty="0">
                <a:ln>
                  <a:noFill/>
                </a:ln>
                <a:solidFill>
                  <a:schemeClr val="tx1"/>
                </a:solidFill>
                <a:effectLst/>
                <a:latin typeface="Arial" panose="020B0604020202020204" pitchFamily="34" charset="0"/>
              </a:rPr>
              <a:t>Recent Trends in Deep Learning Based Natural Language Processing</a:t>
            </a:r>
            <a:r>
              <a:rPr kumimoji="0" lang="en-US" altLang="en-US" sz="2000" b="0" i="0" u="none" strike="noStrike" cap="none" normalizeH="0" baseline="0" dirty="0">
                <a:ln>
                  <a:noFill/>
                </a:ln>
                <a:solidFill>
                  <a:schemeClr val="tx1"/>
                </a:solidFill>
                <a:effectLst/>
                <a:latin typeface="Arial" panose="020B0604020202020204" pitchFamily="34" charset="0"/>
              </a:rPr>
              <a:t>. IEEE Computational Intelligence Magazine. </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318</TotalTime>
  <Words>801</Words>
  <Application>Microsoft Office PowerPoint</Application>
  <PresentationFormat>On-screen Show (4:3)</PresentationFormat>
  <Paragraphs>129</Paragraphs>
  <Slides>16</Slides>
  <Notes>16</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16</vt:i4>
      </vt:variant>
    </vt:vector>
  </HeadingPairs>
  <TitlesOfParts>
    <vt:vector size="21" baseType="lpstr">
      <vt:lpstr>Arial</vt:lpstr>
      <vt:lpstr>Calibri</vt:lpstr>
      <vt:lpstr>Times New Roman</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DFD’s / ER Diagram</vt:lpstr>
      <vt:lpstr>Description of Modules </vt:lpstr>
      <vt:lpstr>Description of Modules </vt:lpstr>
      <vt:lpstr>Screenshots</vt:lpstr>
      <vt:lpstr>Screenshots</vt:lpstr>
      <vt:lpstr>Screenshots</vt:lpstr>
      <vt:lpstr>Screenshots</vt:lpstr>
      <vt:lpstr>Limitation of Project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Gurjot singh kalsi</cp:lastModifiedBy>
  <cp:revision>5</cp:revision>
  <cp:lastPrinted>2026-04-01T17:53:29Z</cp:lastPrinted>
  <dcterms:created xsi:type="dcterms:W3CDTF">2018-10-23T06:16:34Z</dcterms:created>
  <dcterms:modified xsi:type="dcterms:W3CDTF">2026-04-01T21:23:34Z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14.0000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On-screen Show (4:3)</vt:lpwstr>
  </property>
  <property fmtid="{D5CDD505-2E9C-101B-9397-08002B2CF9AE}" pid="9" name="ScaleCrop">
    <vt:bool>false</vt:bool>
  </property>
  <property fmtid="{D5CDD505-2E9C-101B-9397-08002B2CF9AE}" pid="10" name="ShareDoc">
    <vt:bool>false</vt:bool>
  </property>
  <property fmtid="{D5CDD505-2E9C-101B-9397-08002B2CF9AE}" pid="11" name="Slides">
    <vt:i4>8</vt:i4>
  </property>
</Properties>
</file>